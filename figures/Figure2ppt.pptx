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6"/>
    <p:restoredTop sz="94795"/>
  </p:normalViewPr>
  <p:slideViewPr>
    <p:cSldViewPr snapToGrid="0">
      <p:cViewPr>
        <p:scale>
          <a:sx n="80" d="100"/>
          <a:sy n="80" d="100"/>
        </p:scale>
        <p:origin x="664" y="10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786DE-6BDC-6B59-F7C2-2E2FC60F3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F06D96-1659-FE97-DA12-F88AE8400D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61077-4AD8-B1C5-3F31-2F3218B07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DC6F-223C-9444-9FC5-99310613F148}" type="datetimeFigureOut">
              <a:rPr lang="en-ES" smtClean="0"/>
              <a:t>12/5/26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1BBF4-E1A9-DA4B-40B5-AF9ACD5C0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84443-3982-0E19-62E7-C5F1E9242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7B1B7-1B7E-A84A-AAD3-260E4559E2C1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666516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5C010-9980-4843-FCDF-8751071FB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DE039-80CA-3051-8C96-24A3BDF3C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BCA2C-192F-3E9C-2C02-F5FB45265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DC6F-223C-9444-9FC5-99310613F148}" type="datetimeFigureOut">
              <a:rPr lang="en-ES" smtClean="0"/>
              <a:t>12/5/26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06BCC-3136-B15F-47C7-A56845547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40266-B02A-0228-FA34-B28823A6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7B1B7-1B7E-A84A-AAD3-260E4559E2C1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381809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DEACA-3853-4703-7946-59710BAB0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299B3-3ACF-754E-1029-163B3B344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DB6B6-0161-7E26-60B9-AAE1D1DC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DC6F-223C-9444-9FC5-99310613F148}" type="datetimeFigureOut">
              <a:rPr lang="en-ES" smtClean="0"/>
              <a:t>12/5/26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583B1-9BA9-D40D-B618-51B5C6AE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C888C-2B13-FE11-0D0B-2B8945D5F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7B1B7-1B7E-A84A-AAD3-260E4559E2C1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994259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B0CB4-718A-EBE3-80DD-33B0115FB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C89A1-03DE-5F30-83F8-2280DB58D2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5DC466-903F-31A6-2418-1B589C202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5FEB9-5458-7A02-45E7-26509C73D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DC6F-223C-9444-9FC5-99310613F148}" type="datetimeFigureOut">
              <a:rPr lang="en-ES" smtClean="0"/>
              <a:t>12/5/26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E75064-89D0-B70F-AFE0-402C44309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29BB14-6F7B-E226-B5CE-CEBAF2F7D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7B1B7-1B7E-A84A-AAD3-260E4559E2C1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076966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358C2-29A7-3D1F-F705-4D5EA0BAF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61ACF-4D9C-F7B8-1DD8-791FE2531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B36BBF-920C-2286-D42F-A6627FB34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7A66D6-39F1-F789-148B-A1D7D1EF16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3695A9-F3E6-88C4-E133-B8383C4A8A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EF12DD-E379-8524-EF42-19387C450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DC6F-223C-9444-9FC5-99310613F148}" type="datetimeFigureOut">
              <a:rPr lang="en-ES" smtClean="0"/>
              <a:t>12/5/26</a:t>
            </a:fld>
            <a:endParaRPr lang="en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97F050-8A18-66E0-B3C8-1F3022BF1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FF7E14-F386-B129-03B6-56D305525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7B1B7-1B7E-A84A-AAD3-260E4559E2C1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623941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3F95B-0B4C-B051-3819-A8AFA53B7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7C41AC-98C3-1394-1F0C-400B72DF5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DC6F-223C-9444-9FC5-99310613F148}" type="datetimeFigureOut">
              <a:rPr lang="en-ES" smtClean="0"/>
              <a:t>12/5/26</a:t>
            </a:fld>
            <a:endParaRPr lang="en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2A8977-426D-9029-079B-12ACA60E9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4AC4A7-3159-1494-0FF9-5F6C3037C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7B1B7-1B7E-A84A-AAD3-260E4559E2C1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042793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DB6344-2DCE-CCE6-82B0-82FB033EF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DC6F-223C-9444-9FC5-99310613F148}" type="datetimeFigureOut">
              <a:rPr lang="en-ES" smtClean="0"/>
              <a:t>12/5/26</a:t>
            </a:fld>
            <a:endParaRPr lang="en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2BDC35-CCF1-0A08-1CFD-E4C6C8A52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13B86-D6DE-266F-F14C-62D23BD6B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7B1B7-1B7E-A84A-AAD3-260E4559E2C1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90194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0B4F3-9726-23E3-0C67-8B3656377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BC955-10A7-D5D3-6D7D-F2CB153D9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9B0537-3834-5438-1DAE-F8AC9961F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04E3BC-04EE-4BBD-9053-BC5EC0CD0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DC6F-223C-9444-9FC5-99310613F148}" type="datetimeFigureOut">
              <a:rPr lang="en-ES" smtClean="0"/>
              <a:t>12/5/26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89CBC-968E-08E9-2415-D9BA92AE7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199FC-B2B9-FC50-4106-C047CC360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7B1B7-1B7E-A84A-AAD3-260E4559E2C1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001392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99317-269E-6B55-1304-F8C449416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4A3078-4D3C-83AC-1C14-10B8B5E742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C80F7-4309-1324-F243-4D2026426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29590B-ECFA-E284-28F5-1632FB3B5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DC6F-223C-9444-9FC5-99310613F148}" type="datetimeFigureOut">
              <a:rPr lang="en-ES" smtClean="0"/>
              <a:t>12/5/26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CB3C8E-7CD9-D377-7CFA-3BFADCC1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6B129C-83C8-AD59-EC82-B622EB6F9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7B1B7-1B7E-A84A-AAD3-260E4559E2C1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763617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43713-CB6E-96B0-E58D-ECA429265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375F3A-674E-1185-D09B-D8DD4BA18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694E5-6E1E-211E-E24D-CE4B596B1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DC6F-223C-9444-9FC5-99310613F148}" type="datetimeFigureOut">
              <a:rPr lang="en-ES" smtClean="0"/>
              <a:t>12/5/26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F6FA8-275F-FA29-88C5-8F85076E0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5AA9A-A541-847C-9297-C4F2D41D2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7B1B7-1B7E-A84A-AAD3-260E4559E2C1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668256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AFD4B5-BC84-F370-8CA6-6F02E18384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7E408E-A184-3062-2E2A-E9B22D48A9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8F2FC-4154-0C10-B7FB-E7D0CC1C9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DC6F-223C-9444-9FC5-99310613F148}" type="datetimeFigureOut">
              <a:rPr lang="en-ES" smtClean="0"/>
              <a:t>12/5/26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EB4CB-D6A3-F6E5-A86D-0D077BA84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7A55F-4F87-07E3-1423-5D79CB871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7B1B7-1B7E-A84A-AAD3-260E4559E2C1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222747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62EA43-C187-3D4C-94FE-A1EEA6745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3EA1B-CCBC-1B33-50D9-65DA9BDE2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16DBC-2B4A-EDBB-5677-B5734D7800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F6DC6F-223C-9444-9FC5-99310613F148}" type="datetimeFigureOut">
              <a:rPr lang="en-ES" smtClean="0"/>
              <a:t>12/5/26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8F251-1233-A66F-0795-8A87A36BFC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E2ADE-6345-6907-E34E-27ADADF5CD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27B1B7-1B7E-A84A-AAD3-260E4559E2C1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222521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8A0C7-7E2D-3960-C354-9F039CE2E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F38AF82-EB40-B3BB-FD0F-1C5CB1B57D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520"/>
          <a:stretch>
            <a:fillRect/>
          </a:stretch>
        </p:blipFill>
        <p:spPr>
          <a:xfrm>
            <a:off x="4836000" y="5649370"/>
            <a:ext cx="2520000" cy="133608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5CFC27B-652C-BEB7-16E4-04F842A192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490" b="50000"/>
          <a:stretch>
            <a:fillRect/>
          </a:stretch>
        </p:blipFill>
        <p:spPr>
          <a:xfrm>
            <a:off x="4846374" y="2153034"/>
            <a:ext cx="2517159" cy="13360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EBFF3E5-7C48-2741-82F2-0ED4DD2A8B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000" b="29327"/>
          <a:stretch>
            <a:fillRect/>
          </a:stretch>
        </p:blipFill>
        <p:spPr>
          <a:xfrm>
            <a:off x="4839690" y="3999189"/>
            <a:ext cx="2520000" cy="104308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DA6D4ED-B74D-3A24-67BD-C45A90112B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6084"/>
          <a:stretch>
            <a:fillRect/>
          </a:stretch>
        </p:blipFill>
        <p:spPr>
          <a:xfrm>
            <a:off x="4841745" y="287937"/>
            <a:ext cx="2517159" cy="12053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370BCE-50C7-1A06-90AB-69783D4BE922}"/>
              </a:ext>
            </a:extLst>
          </p:cNvPr>
          <p:cNvSpPr txBox="1"/>
          <p:nvPr/>
        </p:nvSpPr>
        <p:spPr>
          <a:xfrm>
            <a:off x="5548756" y="110326"/>
            <a:ext cx="1084849" cy="35394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ES" sz="17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Violation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DDD32F-247D-CBAF-1429-F201046112E2}"/>
              </a:ext>
            </a:extLst>
          </p:cNvPr>
          <p:cNvSpPr txBox="1"/>
          <p:nvPr/>
        </p:nvSpPr>
        <p:spPr>
          <a:xfrm>
            <a:off x="5386193" y="5396011"/>
            <a:ext cx="142699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ES" sz="17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Compliance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2B57B0-27A4-A6D1-BA52-BA924F589824}"/>
              </a:ext>
            </a:extLst>
          </p:cNvPr>
          <p:cNvSpPr txBox="1"/>
          <p:nvPr/>
        </p:nvSpPr>
        <p:spPr>
          <a:xfrm>
            <a:off x="5377685" y="3438565"/>
            <a:ext cx="142699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ES" sz="17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Literal</a:t>
            </a:r>
          </a:p>
          <a:p>
            <a:pPr algn="ctr"/>
            <a:r>
              <a:rPr lang="en-ES" sz="17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Compliance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B4A832-CC9B-814A-6572-EDFB58BD887D}"/>
              </a:ext>
            </a:extLst>
          </p:cNvPr>
          <p:cNvSpPr txBox="1"/>
          <p:nvPr/>
        </p:nvSpPr>
        <p:spPr>
          <a:xfrm>
            <a:off x="5548757" y="1676801"/>
            <a:ext cx="108484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ES" sz="17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Literal</a:t>
            </a:r>
          </a:p>
          <a:p>
            <a:pPr algn="ctr"/>
            <a:r>
              <a:rPr lang="en-ES" sz="17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Violation</a:t>
            </a:r>
          </a:p>
        </p:txBody>
      </p:sp>
    </p:spTree>
    <p:extLst>
      <p:ext uri="{BB962C8B-B14F-4D97-AF65-F5344CB8AC3E}">
        <p14:creationId xmlns:p14="http://schemas.microsoft.com/office/powerpoint/2010/main" val="4231278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89C798-E3FC-5925-9AC1-5CF004FABBB5}"/>
              </a:ext>
            </a:extLst>
          </p:cNvPr>
          <p:cNvSpPr/>
          <p:nvPr/>
        </p:nvSpPr>
        <p:spPr>
          <a:xfrm>
            <a:off x="1403833" y="-363144"/>
            <a:ext cx="3927120" cy="79662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381276-9607-B5CB-4738-31A949DE2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740" y="-363145"/>
            <a:ext cx="11949320" cy="79662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3EEDAE-125E-4D15-FA2F-648AA279F5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826" r="21601"/>
          <a:stretch>
            <a:fillRect/>
          </a:stretch>
        </p:blipFill>
        <p:spPr>
          <a:xfrm>
            <a:off x="1403833" y="143016"/>
            <a:ext cx="1303200" cy="65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755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88B412D-97CF-BF2C-B790-EB09583304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350"/>
          <a:stretch>
            <a:fillRect/>
          </a:stretch>
        </p:blipFill>
        <p:spPr>
          <a:xfrm>
            <a:off x="2209800" y="1017406"/>
            <a:ext cx="7772400" cy="461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229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DC2EA53-B669-3C50-0341-AC3EEE9BA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43" y="0"/>
            <a:ext cx="112043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951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934</TotalTime>
  <Words>6</Words>
  <Application>Microsoft Macintosh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IVAR ALLAN RODRIGUEZ HANNIKAINEN</dc:creator>
  <cp:lastModifiedBy>IVAR ALLAN RODRIGUEZ HANNIKAINEN</cp:lastModifiedBy>
  <cp:revision>4</cp:revision>
  <cp:lastPrinted>2026-04-30T06:29:06Z</cp:lastPrinted>
  <dcterms:created xsi:type="dcterms:W3CDTF">2026-04-30T06:10:52Z</dcterms:created>
  <dcterms:modified xsi:type="dcterms:W3CDTF">2026-05-13T07:14:31Z</dcterms:modified>
</cp:coreProperties>
</file>