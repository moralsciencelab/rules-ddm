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65" r:id="rId3"/>
    <p:sldId id="270" r:id="rId4"/>
    <p:sldId id="271" r:id="rId5"/>
    <p:sldId id="261" r:id="rId6"/>
    <p:sldId id="266" r:id="rId7"/>
    <p:sldId id="262" r:id="rId8"/>
    <p:sldId id="267" r:id="rId9"/>
    <p:sldId id="263" r:id="rId10"/>
    <p:sldId id="268" r:id="rId11"/>
    <p:sldId id="264" r:id="rId12"/>
    <p:sldId id="269" r:id="rId13"/>
    <p:sldId id="258" r:id="rId14"/>
    <p:sldId id="260" r:id="rId15"/>
    <p:sldId id="259" r:id="rId16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17"/>
    <p:restoredTop sz="94694"/>
  </p:normalViewPr>
  <p:slideViewPr>
    <p:cSldViewPr snapToGrid="0">
      <p:cViewPr>
        <p:scale>
          <a:sx n="59" d="100"/>
          <a:sy n="59" d="100"/>
        </p:scale>
        <p:origin x="1240" y="14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A64BE7-B786-C54B-96B9-3701B9D02D76}" type="datetimeFigureOut">
              <a:rPr lang="en-ES" smtClean="0"/>
              <a:t>20/10/25</a:t>
            </a:fld>
            <a:endParaRPr lang="en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BD343A-86C1-CD46-9BCF-F0FED518D01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170960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078A7-B40B-75D1-7DD9-46C2E513E3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749C1A-4CE4-D6C5-9184-E034C74B89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216BC-3907-0B61-0483-2ADC9FD8C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E30E-CBA4-2148-9CCF-6A867010967E}" type="datetimeFigureOut">
              <a:rPr lang="en-ES" smtClean="0"/>
              <a:t>20/10/25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85F71-2781-E170-AD23-D61494DF7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178A0-7C12-73E9-BC74-4823839EE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17D-E82F-624A-9C16-4A9E46542D8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164152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EA968-101F-0355-B291-98EAD001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65112-1024-EA7D-033C-6C532ED8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BDC84-FF2F-5068-C7FE-B6092F72B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E30E-CBA4-2148-9CCF-6A867010967E}" type="datetimeFigureOut">
              <a:rPr lang="en-ES" smtClean="0"/>
              <a:t>20/10/25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0678A-E31F-D843-F0C4-20426569D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A0944-7E18-F18C-DAA8-637BF0895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17D-E82F-624A-9C16-4A9E46542D8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242914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17027-F31B-C938-DE54-1F59DFCF2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CBFE3-C2D3-9F1A-64EE-529722554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96E0A-3EBE-0819-9602-3B5816140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E30E-CBA4-2148-9CCF-6A867010967E}" type="datetimeFigureOut">
              <a:rPr lang="en-ES" smtClean="0"/>
              <a:t>20/10/25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4369D-5B7E-20DB-CB75-87958E1E8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5AD96-78CD-5B74-649B-141642CF8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17D-E82F-624A-9C16-4A9E46542D8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76621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4B3D7-98E0-25F4-7CF5-12939931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19E55-5FBC-AE2B-4A36-161120CE3E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DF5A3-F60D-2EA4-31D2-0AB0BC52F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7D6C9-5E6A-4187-AE80-39A2080A5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E30E-CBA4-2148-9CCF-6A867010967E}" type="datetimeFigureOut">
              <a:rPr lang="en-ES" smtClean="0"/>
              <a:t>20/10/25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0A8AF-F071-4F62-748C-CBFBF9236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E4735-4537-A599-EED0-FE4AB6EAD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17D-E82F-624A-9C16-4A9E46542D8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817109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EB753-D6C4-ADA8-D116-781324313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308E2-1B9A-C1E3-5DDC-0552481BD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BF296E-2A4D-407A-A01B-E3D583822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8CA096-D3BA-298C-E5E4-D86DABDCB6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895748-C949-2532-C883-648EE74A12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E2581A-FB85-B414-4A7F-89325DC49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E30E-CBA4-2148-9CCF-6A867010967E}" type="datetimeFigureOut">
              <a:rPr lang="en-ES" smtClean="0"/>
              <a:t>20/10/25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74EE8D-E710-B236-EE8A-DEBAEA7A6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7C8424-EEA1-16DE-5C74-4B98EDA87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17D-E82F-624A-9C16-4A9E46542D8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153954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A6211-F245-BA2E-6DDF-CCA6A57CC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DC7606-6F04-0A32-CCBF-3CC5C33FE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E30E-CBA4-2148-9CCF-6A867010967E}" type="datetimeFigureOut">
              <a:rPr lang="en-ES" smtClean="0"/>
              <a:t>20/10/25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99A950-A9B7-69AA-432A-E7B47724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551DBD-4B4E-1081-8D4C-3B4C84AE6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17D-E82F-624A-9C16-4A9E46542D8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201622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E5C613-2EE9-2436-1B2D-15C6F2B3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E30E-CBA4-2148-9CCF-6A867010967E}" type="datetimeFigureOut">
              <a:rPr lang="en-ES" smtClean="0"/>
              <a:t>20/10/25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E1327-776F-8F21-3205-20B117837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6964D-C00E-A6EA-DB55-8E83FFACA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17D-E82F-624A-9C16-4A9E46542D8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54966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ADB8A-7D50-8DBD-D5BE-EA61CB0F9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D3FAB-62B7-B56A-A552-542D9434D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92C918-9DA2-8D16-209E-443860AA1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F387C-2D66-8B5B-C2F5-35381C8CA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E30E-CBA4-2148-9CCF-6A867010967E}" type="datetimeFigureOut">
              <a:rPr lang="en-ES" smtClean="0"/>
              <a:t>20/10/25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B7ECF-A269-FBB3-AEC7-B075C57F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D9CCC-DC7E-9B86-64FD-17FC7EE0C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17D-E82F-624A-9C16-4A9E46542D8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809165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7DAEC-D16E-87BB-FDB9-FAA963467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D335ED-9B7E-1EF8-A303-D5B82B8F1B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25B43-AC04-407F-0076-299260DB6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5F3B7-80C6-06E0-F289-DF39B0BE1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E30E-CBA4-2148-9CCF-6A867010967E}" type="datetimeFigureOut">
              <a:rPr lang="en-ES" smtClean="0"/>
              <a:t>20/10/25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222B6-EB60-F2BA-6396-6E410D6F1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FDABF-C3BC-4A63-C5DF-59C6AE867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17D-E82F-624A-9C16-4A9E46542D8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233413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36EA6-AED3-C794-2AC0-DCE34FA1F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BEA5FC-8B0A-C0C4-A168-B43499A33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2B0B8-A7D3-B28A-84C6-284F4CE77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E30E-CBA4-2148-9CCF-6A867010967E}" type="datetimeFigureOut">
              <a:rPr lang="en-ES" smtClean="0"/>
              <a:t>20/10/25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B76AA-93B4-8435-84FB-D36958015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4216F-E8D2-D6FE-CD27-5E0676D1B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17D-E82F-624A-9C16-4A9E46542D8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934221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4EDDBD-F333-9FCF-C60D-0C8F93DD11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4E3BC1-41FD-A35F-F4AB-6BEFDBAC7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DB6A8-A472-6909-98DE-41994A7D9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E30E-CBA4-2148-9CCF-6A867010967E}" type="datetimeFigureOut">
              <a:rPr lang="en-ES" smtClean="0"/>
              <a:t>20/10/25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98009-A805-2B14-C0A4-D8C2DEC23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6FF5F-DAF7-97FB-37EB-311E3BCC7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17D-E82F-624A-9C16-4A9E46542D8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47305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708175-AF38-5ED3-FB21-09ECE8029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E3642-39BA-3F91-6472-6FD5A3851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A47B4-FCCB-9F2C-C305-F19FBD7741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BEE30E-CBA4-2148-9CCF-6A867010967E}" type="datetimeFigureOut">
              <a:rPr lang="en-ES" smtClean="0"/>
              <a:t>20/10/25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60077-7BB5-5BC6-5115-7976E67FA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B8113-F611-DBF1-4B1F-7D6D16EC78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B4117D-E82F-624A-9C16-4A9E46542D8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745259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BF36149-BAD1-A651-DA59-B9B97549A4E0}"/>
              </a:ext>
            </a:extLst>
          </p:cNvPr>
          <p:cNvSpPr/>
          <p:nvPr/>
        </p:nvSpPr>
        <p:spPr>
          <a:xfrm>
            <a:off x="3554795" y="939805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9D4D462-5E4E-63B3-C254-546013CC1F70}"/>
              </a:ext>
            </a:extLst>
          </p:cNvPr>
          <p:cNvSpPr/>
          <p:nvPr/>
        </p:nvSpPr>
        <p:spPr>
          <a:xfrm>
            <a:off x="284302" y="3054486"/>
            <a:ext cx="720000" cy="72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2AD46E-494E-054C-F010-156BFE967807}"/>
              </a:ext>
            </a:extLst>
          </p:cNvPr>
          <p:cNvSpPr/>
          <p:nvPr/>
        </p:nvSpPr>
        <p:spPr>
          <a:xfrm>
            <a:off x="2338177" y="415390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C774A8-0E9D-05B4-3B6F-7E18671C34AC}"/>
              </a:ext>
            </a:extLst>
          </p:cNvPr>
          <p:cNvSpPr/>
          <p:nvPr/>
        </p:nvSpPr>
        <p:spPr>
          <a:xfrm>
            <a:off x="2338177" y="862079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C65E6D-0F9E-855F-F61D-5B07974F9CED}"/>
              </a:ext>
            </a:extLst>
          </p:cNvPr>
          <p:cNvSpPr/>
          <p:nvPr/>
        </p:nvSpPr>
        <p:spPr>
          <a:xfrm>
            <a:off x="2338177" y="1305292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987295-332C-9841-2EAD-AAFDCAA696FE}"/>
              </a:ext>
            </a:extLst>
          </p:cNvPr>
          <p:cNvSpPr/>
          <p:nvPr/>
        </p:nvSpPr>
        <p:spPr>
          <a:xfrm>
            <a:off x="2338177" y="175262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6F69413-7891-F1BE-4661-B514E0595213}"/>
              </a:ext>
            </a:extLst>
          </p:cNvPr>
          <p:cNvSpPr/>
          <p:nvPr/>
        </p:nvSpPr>
        <p:spPr>
          <a:xfrm>
            <a:off x="3554795" y="3148542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FDFDAF-E36B-3D70-4A24-5A9FD969DFB4}"/>
              </a:ext>
            </a:extLst>
          </p:cNvPr>
          <p:cNvSpPr/>
          <p:nvPr/>
        </p:nvSpPr>
        <p:spPr>
          <a:xfrm>
            <a:off x="2338177" y="2624127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9BAF9B-C2BB-5394-73D5-2B043B76D005}"/>
              </a:ext>
            </a:extLst>
          </p:cNvPr>
          <p:cNvSpPr/>
          <p:nvPr/>
        </p:nvSpPr>
        <p:spPr>
          <a:xfrm>
            <a:off x="2338177" y="307081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AC25D6-A5C3-3447-B706-28EFB7B59563}"/>
              </a:ext>
            </a:extLst>
          </p:cNvPr>
          <p:cNvSpPr/>
          <p:nvPr/>
        </p:nvSpPr>
        <p:spPr>
          <a:xfrm>
            <a:off x="2338177" y="3514029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419E61-7B8E-D2C9-D192-B01A7F8094AD}"/>
              </a:ext>
            </a:extLst>
          </p:cNvPr>
          <p:cNvSpPr/>
          <p:nvPr/>
        </p:nvSpPr>
        <p:spPr>
          <a:xfrm>
            <a:off x="2338177" y="3961363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A5D1658-3A07-FC91-067B-DB851D0DC291}"/>
              </a:ext>
            </a:extLst>
          </p:cNvPr>
          <p:cNvSpPr/>
          <p:nvPr/>
        </p:nvSpPr>
        <p:spPr>
          <a:xfrm>
            <a:off x="3580504" y="5357279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E63F431-2B8E-E89A-F6CF-1D2F29907C4C}"/>
              </a:ext>
            </a:extLst>
          </p:cNvPr>
          <p:cNvSpPr/>
          <p:nvPr/>
        </p:nvSpPr>
        <p:spPr>
          <a:xfrm>
            <a:off x="2363886" y="4832864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A8C0E7-9B95-4EC9-4103-420D354BE6FD}"/>
              </a:ext>
            </a:extLst>
          </p:cNvPr>
          <p:cNvSpPr/>
          <p:nvPr/>
        </p:nvSpPr>
        <p:spPr>
          <a:xfrm>
            <a:off x="2363886" y="5279553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78AF1D8-2A4D-DA1B-333E-5D8232DB641D}"/>
              </a:ext>
            </a:extLst>
          </p:cNvPr>
          <p:cNvSpPr/>
          <p:nvPr/>
        </p:nvSpPr>
        <p:spPr>
          <a:xfrm>
            <a:off x="2363886" y="572276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DA9214D-4F66-2B91-D13E-A9B1A8C9D0C9}"/>
              </a:ext>
            </a:extLst>
          </p:cNvPr>
          <p:cNvSpPr/>
          <p:nvPr/>
        </p:nvSpPr>
        <p:spPr>
          <a:xfrm>
            <a:off x="2363886" y="6170100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95274D0-DAD4-2C7A-2A38-AD11732C66BB}"/>
              </a:ext>
            </a:extLst>
          </p:cNvPr>
          <p:cNvCxnSpPr>
            <a:cxnSpLocks/>
            <a:stCxn id="4" idx="2"/>
            <a:endCxn id="8" idx="3"/>
          </p:cNvCxnSpPr>
          <p:nvPr/>
        </p:nvCxnSpPr>
        <p:spPr>
          <a:xfrm flipH="1" flipV="1">
            <a:off x="2626177" y="559390"/>
            <a:ext cx="928618" cy="6504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C8A0927-EA95-990E-7F29-813747FC1383}"/>
              </a:ext>
            </a:extLst>
          </p:cNvPr>
          <p:cNvCxnSpPr>
            <a:cxnSpLocks/>
            <a:stCxn id="4" idx="2"/>
            <a:endCxn id="11" idx="3"/>
          </p:cNvCxnSpPr>
          <p:nvPr/>
        </p:nvCxnSpPr>
        <p:spPr>
          <a:xfrm flipH="1">
            <a:off x="2626177" y="1209805"/>
            <a:ext cx="928618" cy="6868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A82D04C-C7B4-224E-BF5C-F83E3389A580}"/>
              </a:ext>
            </a:extLst>
          </p:cNvPr>
          <p:cNvCxnSpPr>
            <a:cxnSpLocks/>
            <a:stCxn id="4" idx="2"/>
            <a:endCxn id="10" idx="3"/>
          </p:cNvCxnSpPr>
          <p:nvPr/>
        </p:nvCxnSpPr>
        <p:spPr>
          <a:xfrm flipH="1">
            <a:off x="2626177" y="1209805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01B74E9-4D8A-8C60-26C0-9AE64E833FF5}"/>
              </a:ext>
            </a:extLst>
          </p:cNvPr>
          <p:cNvCxnSpPr>
            <a:cxnSpLocks/>
            <a:stCxn id="4" idx="2"/>
            <a:endCxn id="9" idx="3"/>
          </p:cNvCxnSpPr>
          <p:nvPr/>
        </p:nvCxnSpPr>
        <p:spPr>
          <a:xfrm flipH="1" flipV="1">
            <a:off x="2626177" y="1006079"/>
            <a:ext cx="928618" cy="2037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27FD6FF-6E25-1334-CA33-DA3D4C36C195}"/>
              </a:ext>
            </a:extLst>
          </p:cNvPr>
          <p:cNvCxnSpPr>
            <a:cxnSpLocks/>
            <a:stCxn id="20" idx="2"/>
          </p:cNvCxnSpPr>
          <p:nvPr/>
        </p:nvCxnSpPr>
        <p:spPr>
          <a:xfrm flipH="1" flipV="1">
            <a:off x="2626177" y="2767704"/>
            <a:ext cx="928618" cy="6508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2487F8C-D75B-C5DE-A748-F4A5586D6BDC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2626177" y="3418542"/>
            <a:ext cx="928618" cy="6863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843961E-FFC8-D0FB-4040-7331805D6351}"/>
              </a:ext>
            </a:extLst>
          </p:cNvPr>
          <p:cNvCxnSpPr>
            <a:cxnSpLocks/>
          </p:cNvCxnSpPr>
          <p:nvPr/>
        </p:nvCxnSpPr>
        <p:spPr>
          <a:xfrm flipH="1">
            <a:off x="2626177" y="3418119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A21251F-3AE8-FD57-2376-EB4BF4D3CF08}"/>
              </a:ext>
            </a:extLst>
          </p:cNvPr>
          <p:cNvCxnSpPr>
            <a:cxnSpLocks/>
          </p:cNvCxnSpPr>
          <p:nvPr/>
        </p:nvCxnSpPr>
        <p:spPr>
          <a:xfrm flipH="1" flipV="1">
            <a:off x="2626177" y="3214393"/>
            <a:ext cx="928618" cy="2037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F2EBEB4-00A2-0AD7-ED9C-40827043447D}"/>
              </a:ext>
            </a:extLst>
          </p:cNvPr>
          <p:cNvCxnSpPr>
            <a:cxnSpLocks/>
            <a:stCxn id="25" idx="2"/>
          </p:cNvCxnSpPr>
          <p:nvPr/>
        </p:nvCxnSpPr>
        <p:spPr>
          <a:xfrm flipH="1" flipV="1">
            <a:off x="2632046" y="4968685"/>
            <a:ext cx="948458" cy="6585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A707A6B-3022-0EF6-65E3-1C034C7091C9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2632046" y="5627279"/>
            <a:ext cx="948458" cy="6786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0655A06-2413-80D6-74B6-7CF71493AF25}"/>
              </a:ext>
            </a:extLst>
          </p:cNvPr>
          <p:cNvCxnSpPr>
            <a:cxnSpLocks/>
            <a:stCxn id="25" idx="2"/>
            <a:endCxn id="28" idx="3"/>
          </p:cNvCxnSpPr>
          <p:nvPr/>
        </p:nvCxnSpPr>
        <p:spPr>
          <a:xfrm flipH="1">
            <a:off x="2651886" y="5627279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4C6DD18-6B1E-B7B0-3F33-49FEE3B8C349}"/>
              </a:ext>
            </a:extLst>
          </p:cNvPr>
          <p:cNvCxnSpPr>
            <a:cxnSpLocks/>
            <a:stCxn id="25" idx="2"/>
            <a:endCxn id="27" idx="3"/>
          </p:cNvCxnSpPr>
          <p:nvPr/>
        </p:nvCxnSpPr>
        <p:spPr>
          <a:xfrm flipH="1" flipV="1">
            <a:off x="2651886" y="5423553"/>
            <a:ext cx="928618" cy="2037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13AFFC3-C717-BE79-01F1-217D5DF48DDE}"/>
              </a:ext>
            </a:extLst>
          </p:cNvPr>
          <p:cNvCxnSpPr>
            <a:cxnSpLocks/>
            <a:stCxn id="7" idx="6"/>
            <a:endCxn id="21" idx="1"/>
          </p:cNvCxnSpPr>
          <p:nvPr/>
        </p:nvCxnSpPr>
        <p:spPr>
          <a:xfrm flipV="1">
            <a:off x="1004302" y="2768127"/>
            <a:ext cx="1333875" cy="6463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792B48E-6977-5DE3-0BB2-09B781AE86ED}"/>
              </a:ext>
            </a:extLst>
          </p:cNvPr>
          <p:cNvCxnSpPr>
            <a:cxnSpLocks/>
            <a:stCxn id="7" idx="6"/>
            <a:endCxn id="22" idx="1"/>
          </p:cNvCxnSpPr>
          <p:nvPr/>
        </p:nvCxnSpPr>
        <p:spPr>
          <a:xfrm flipV="1">
            <a:off x="1004302" y="3214816"/>
            <a:ext cx="1333875" cy="1996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0BB0664-27C1-2161-C966-182C74C493D3}"/>
              </a:ext>
            </a:extLst>
          </p:cNvPr>
          <p:cNvCxnSpPr>
            <a:cxnSpLocks/>
            <a:stCxn id="7" idx="6"/>
            <a:endCxn id="23" idx="1"/>
          </p:cNvCxnSpPr>
          <p:nvPr/>
        </p:nvCxnSpPr>
        <p:spPr>
          <a:xfrm>
            <a:off x="1004302" y="3414486"/>
            <a:ext cx="1333875" cy="2435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6BE648B-1EFA-35AD-30C4-71E67529EBC9}"/>
              </a:ext>
            </a:extLst>
          </p:cNvPr>
          <p:cNvCxnSpPr>
            <a:cxnSpLocks/>
            <a:stCxn id="7" idx="6"/>
            <a:endCxn id="24" idx="1"/>
          </p:cNvCxnSpPr>
          <p:nvPr/>
        </p:nvCxnSpPr>
        <p:spPr>
          <a:xfrm>
            <a:off x="1004302" y="3414486"/>
            <a:ext cx="1333875" cy="6908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C7DE1B6-C17F-CEE1-3E84-CE176A0A915A}"/>
              </a:ext>
            </a:extLst>
          </p:cNvPr>
          <p:cNvCxnSpPr>
            <a:cxnSpLocks/>
            <a:stCxn id="7" idx="6"/>
            <a:endCxn id="26" idx="1"/>
          </p:cNvCxnSpPr>
          <p:nvPr/>
        </p:nvCxnSpPr>
        <p:spPr>
          <a:xfrm>
            <a:off x="1004302" y="3414486"/>
            <a:ext cx="1359584" cy="15623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2455D732-A11E-6121-6066-F7FCF03FB53D}"/>
              </a:ext>
            </a:extLst>
          </p:cNvPr>
          <p:cNvCxnSpPr>
            <a:cxnSpLocks/>
            <a:stCxn id="7" idx="6"/>
            <a:endCxn id="27" idx="1"/>
          </p:cNvCxnSpPr>
          <p:nvPr/>
        </p:nvCxnSpPr>
        <p:spPr>
          <a:xfrm>
            <a:off x="1004302" y="3414486"/>
            <a:ext cx="1359584" cy="20090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D5B0099-C2B9-F3BD-F0A8-F48D5104D6D3}"/>
              </a:ext>
            </a:extLst>
          </p:cNvPr>
          <p:cNvCxnSpPr>
            <a:cxnSpLocks/>
            <a:stCxn id="7" idx="6"/>
            <a:endCxn id="28" idx="1"/>
          </p:cNvCxnSpPr>
          <p:nvPr/>
        </p:nvCxnSpPr>
        <p:spPr>
          <a:xfrm>
            <a:off x="1004302" y="3414486"/>
            <a:ext cx="1359584" cy="24522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0D78FE2-4C04-0FBF-A0EE-62BC9BB176FA}"/>
              </a:ext>
            </a:extLst>
          </p:cNvPr>
          <p:cNvCxnSpPr>
            <a:cxnSpLocks/>
            <a:stCxn id="7" idx="6"/>
            <a:endCxn id="29" idx="1"/>
          </p:cNvCxnSpPr>
          <p:nvPr/>
        </p:nvCxnSpPr>
        <p:spPr>
          <a:xfrm>
            <a:off x="1004302" y="3414486"/>
            <a:ext cx="1359584" cy="28996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CC9FFDF7-2A8D-404C-0F11-DBB10223E6B7}"/>
              </a:ext>
            </a:extLst>
          </p:cNvPr>
          <p:cNvCxnSpPr>
            <a:cxnSpLocks/>
            <a:stCxn id="7" idx="6"/>
            <a:endCxn id="11" idx="1"/>
          </p:cNvCxnSpPr>
          <p:nvPr/>
        </p:nvCxnSpPr>
        <p:spPr>
          <a:xfrm flipV="1">
            <a:off x="1004302" y="1896626"/>
            <a:ext cx="1333875" cy="15178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69DB363E-87CC-9125-D574-FA1DE90FA092}"/>
              </a:ext>
            </a:extLst>
          </p:cNvPr>
          <p:cNvCxnSpPr>
            <a:cxnSpLocks/>
            <a:stCxn id="7" idx="6"/>
            <a:endCxn id="10" idx="1"/>
          </p:cNvCxnSpPr>
          <p:nvPr/>
        </p:nvCxnSpPr>
        <p:spPr>
          <a:xfrm flipV="1">
            <a:off x="1004302" y="1449292"/>
            <a:ext cx="1333875" cy="1965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BE019E9-A598-D1F9-9F46-0E2CDC798759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 flipV="1">
            <a:off x="1004302" y="1006079"/>
            <a:ext cx="1333875" cy="24084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E870DDBD-D8BF-30CE-D2AC-51C9737A652A}"/>
              </a:ext>
            </a:extLst>
          </p:cNvPr>
          <p:cNvCxnSpPr>
            <a:cxnSpLocks/>
            <a:stCxn id="7" idx="6"/>
            <a:endCxn id="8" idx="1"/>
          </p:cNvCxnSpPr>
          <p:nvPr/>
        </p:nvCxnSpPr>
        <p:spPr>
          <a:xfrm flipV="1">
            <a:off x="1004302" y="559390"/>
            <a:ext cx="1333875" cy="2855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3121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>
            <a:extLst>
              <a:ext uri="{FF2B5EF4-FFF2-40B4-BE49-F238E27FC236}">
                <a16:creationId xmlns:a16="http://schemas.microsoft.com/office/drawing/2014/main" id="{BF81E3C7-63AC-9603-2D2A-358CBA0AD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58" y="1629000"/>
            <a:ext cx="2265839" cy="3600000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8064782C-C5E6-E1F4-4D11-359126668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967" y="1629000"/>
            <a:ext cx="2288199" cy="3600000"/>
          </a:xfrm>
          <a:prstGeom prst="rect">
            <a:avLst/>
          </a:prstGeom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261AC54B-2627-2113-85B3-D30C66F56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836" y="1629000"/>
            <a:ext cx="2325466" cy="3600000"/>
          </a:xfrm>
          <a:prstGeom prst="rect">
            <a:avLst/>
          </a:prstGeom>
        </p:spPr>
      </p:pic>
      <p:pic>
        <p:nvPicPr>
          <p:cNvPr id="208" name="Picture 207">
            <a:extLst>
              <a:ext uri="{FF2B5EF4-FFF2-40B4-BE49-F238E27FC236}">
                <a16:creationId xmlns:a16="http://schemas.microsoft.com/office/drawing/2014/main" id="{9BFCDDF2-09B1-F55B-A1C1-D3BFD40F82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3076" y="1629000"/>
            <a:ext cx="2325466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32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5EEB7C3-5264-7938-11B6-4A897848A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97" y="1427806"/>
            <a:ext cx="11528005" cy="400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804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5D223-2ABC-9B2A-74AC-7ABC29F81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7F7498-EFD2-30F6-D460-97DB39AC0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13" y="357942"/>
            <a:ext cx="6328805" cy="37967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4DF64F-660B-CC70-C0DB-940A41E37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552" y="4206748"/>
            <a:ext cx="5844885" cy="20292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D1C74F-D0A6-21E7-0A63-F97115C38160}"/>
              </a:ext>
            </a:extLst>
          </p:cNvPr>
          <p:cNvSpPr txBox="1"/>
          <p:nvPr/>
        </p:nvSpPr>
        <p:spPr>
          <a:xfrm>
            <a:off x="2915000" y="36229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3C87E6-DC93-AEA2-AB8E-909AE060A8D6}"/>
              </a:ext>
            </a:extLst>
          </p:cNvPr>
          <p:cNvSpPr txBox="1"/>
          <p:nvPr/>
        </p:nvSpPr>
        <p:spPr>
          <a:xfrm>
            <a:off x="2909882" y="397002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4039716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8A999-D15E-6D31-8F4B-9536BA120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FF522BE-7DA4-C90F-9D22-CB8309134304}"/>
              </a:ext>
            </a:extLst>
          </p:cNvPr>
          <p:cNvSpPr/>
          <p:nvPr/>
        </p:nvSpPr>
        <p:spPr>
          <a:xfrm>
            <a:off x="3554795" y="939805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EB3C73-0D63-A179-AACE-953C46133C2E}"/>
              </a:ext>
            </a:extLst>
          </p:cNvPr>
          <p:cNvSpPr/>
          <p:nvPr/>
        </p:nvSpPr>
        <p:spPr>
          <a:xfrm>
            <a:off x="284302" y="3054486"/>
            <a:ext cx="720000" cy="72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D8F770-DBF1-FFF3-E3FA-F529AF210ED5}"/>
              </a:ext>
            </a:extLst>
          </p:cNvPr>
          <p:cNvSpPr/>
          <p:nvPr/>
        </p:nvSpPr>
        <p:spPr>
          <a:xfrm>
            <a:off x="2338177" y="415390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B92DDC-27CD-84E4-4EAB-2F785F9874C8}"/>
              </a:ext>
            </a:extLst>
          </p:cNvPr>
          <p:cNvSpPr/>
          <p:nvPr/>
        </p:nvSpPr>
        <p:spPr>
          <a:xfrm>
            <a:off x="2338177" y="862079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7EE3FD-9A8E-D1EC-4B4E-2AC76DA7BE19}"/>
              </a:ext>
            </a:extLst>
          </p:cNvPr>
          <p:cNvSpPr/>
          <p:nvPr/>
        </p:nvSpPr>
        <p:spPr>
          <a:xfrm>
            <a:off x="2338177" y="1305292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5CD01F-89CD-125A-4E77-56132F40FBC4}"/>
              </a:ext>
            </a:extLst>
          </p:cNvPr>
          <p:cNvSpPr/>
          <p:nvPr/>
        </p:nvSpPr>
        <p:spPr>
          <a:xfrm>
            <a:off x="2338177" y="175262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6A414DB-DAF6-E883-BC16-06F543AB6AC1}"/>
              </a:ext>
            </a:extLst>
          </p:cNvPr>
          <p:cNvSpPr/>
          <p:nvPr/>
        </p:nvSpPr>
        <p:spPr>
          <a:xfrm>
            <a:off x="3554795" y="3148542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6B2A1C-AC7C-4CDC-BCDA-8434658D9E60}"/>
              </a:ext>
            </a:extLst>
          </p:cNvPr>
          <p:cNvSpPr/>
          <p:nvPr/>
        </p:nvSpPr>
        <p:spPr>
          <a:xfrm>
            <a:off x="2338177" y="2624127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74195F-EB76-3295-3F3F-7DCB94ADD3AF}"/>
              </a:ext>
            </a:extLst>
          </p:cNvPr>
          <p:cNvSpPr/>
          <p:nvPr/>
        </p:nvSpPr>
        <p:spPr>
          <a:xfrm>
            <a:off x="2338177" y="307081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9D43D4-53B8-4535-BCEC-59535D06518D}"/>
              </a:ext>
            </a:extLst>
          </p:cNvPr>
          <p:cNvSpPr/>
          <p:nvPr/>
        </p:nvSpPr>
        <p:spPr>
          <a:xfrm>
            <a:off x="2338177" y="3514029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4130BA-B58D-6137-0765-F2F37AC2566C}"/>
              </a:ext>
            </a:extLst>
          </p:cNvPr>
          <p:cNvSpPr/>
          <p:nvPr/>
        </p:nvSpPr>
        <p:spPr>
          <a:xfrm>
            <a:off x="2338177" y="3961363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48A1894-A448-37DC-78DC-F94EEA144717}"/>
              </a:ext>
            </a:extLst>
          </p:cNvPr>
          <p:cNvSpPr/>
          <p:nvPr/>
        </p:nvSpPr>
        <p:spPr>
          <a:xfrm>
            <a:off x="3580504" y="5357279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8B74D4-E278-D352-E50A-24F5AB6BC00B}"/>
              </a:ext>
            </a:extLst>
          </p:cNvPr>
          <p:cNvSpPr/>
          <p:nvPr/>
        </p:nvSpPr>
        <p:spPr>
          <a:xfrm>
            <a:off x="2363886" y="4832864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4572915-62F0-CE63-75A1-F85F8FEF4509}"/>
              </a:ext>
            </a:extLst>
          </p:cNvPr>
          <p:cNvSpPr/>
          <p:nvPr/>
        </p:nvSpPr>
        <p:spPr>
          <a:xfrm>
            <a:off x="2363886" y="5279553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2124F4-5F7D-C088-7047-A199FEEE562E}"/>
              </a:ext>
            </a:extLst>
          </p:cNvPr>
          <p:cNvSpPr/>
          <p:nvPr/>
        </p:nvSpPr>
        <p:spPr>
          <a:xfrm>
            <a:off x="2363886" y="572276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FFB171-BDC2-B047-1849-46CF6DFF9343}"/>
              </a:ext>
            </a:extLst>
          </p:cNvPr>
          <p:cNvSpPr/>
          <p:nvPr/>
        </p:nvSpPr>
        <p:spPr>
          <a:xfrm>
            <a:off x="2363886" y="6170100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79D9AC4-FC76-F1EE-1116-E96D6283DF8A}"/>
              </a:ext>
            </a:extLst>
          </p:cNvPr>
          <p:cNvCxnSpPr>
            <a:cxnSpLocks/>
            <a:stCxn id="4" idx="2"/>
            <a:endCxn id="8" idx="3"/>
          </p:cNvCxnSpPr>
          <p:nvPr/>
        </p:nvCxnSpPr>
        <p:spPr>
          <a:xfrm flipH="1" flipV="1">
            <a:off x="2626177" y="559390"/>
            <a:ext cx="928618" cy="6504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810D1BD-4608-5177-F606-0F128ADD4ED8}"/>
              </a:ext>
            </a:extLst>
          </p:cNvPr>
          <p:cNvCxnSpPr>
            <a:cxnSpLocks/>
            <a:stCxn id="4" idx="2"/>
            <a:endCxn id="11" idx="3"/>
          </p:cNvCxnSpPr>
          <p:nvPr/>
        </p:nvCxnSpPr>
        <p:spPr>
          <a:xfrm flipH="1">
            <a:off x="2626177" y="1209805"/>
            <a:ext cx="928618" cy="6868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28DA859-6950-5E5C-C278-CDC52B1B7426}"/>
              </a:ext>
            </a:extLst>
          </p:cNvPr>
          <p:cNvCxnSpPr>
            <a:cxnSpLocks/>
            <a:stCxn id="4" idx="2"/>
            <a:endCxn id="10" idx="3"/>
          </p:cNvCxnSpPr>
          <p:nvPr/>
        </p:nvCxnSpPr>
        <p:spPr>
          <a:xfrm flipH="1">
            <a:off x="2626177" y="1209805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FD09B45-9BB3-7C02-4642-EF230E886D81}"/>
              </a:ext>
            </a:extLst>
          </p:cNvPr>
          <p:cNvCxnSpPr>
            <a:cxnSpLocks/>
            <a:stCxn id="4" idx="2"/>
            <a:endCxn id="9" idx="3"/>
          </p:cNvCxnSpPr>
          <p:nvPr/>
        </p:nvCxnSpPr>
        <p:spPr>
          <a:xfrm flipH="1" flipV="1">
            <a:off x="2626177" y="1006079"/>
            <a:ext cx="928618" cy="2037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6B80B7E-CE9C-4B35-0802-BF1D3B8252EE}"/>
              </a:ext>
            </a:extLst>
          </p:cNvPr>
          <p:cNvCxnSpPr>
            <a:cxnSpLocks/>
            <a:stCxn id="25" idx="2"/>
          </p:cNvCxnSpPr>
          <p:nvPr/>
        </p:nvCxnSpPr>
        <p:spPr>
          <a:xfrm flipH="1" flipV="1">
            <a:off x="2632046" y="4968685"/>
            <a:ext cx="948458" cy="6585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213EF94-F24F-7B63-3A8A-794BF949B178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2632046" y="5627279"/>
            <a:ext cx="948458" cy="6786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726F4A9-07D4-2679-C9BD-6F1A7D832CB0}"/>
              </a:ext>
            </a:extLst>
          </p:cNvPr>
          <p:cNvCxnSpPr>
            <a:cxnSpLocks/>
            <a:stCxn id="25" idx="2"/>
            <a:endCxn id="28" idx="3"/>
          </p:cNvCxnSpPr>
          <p:nvPr/>
        </p:nvCxnSpPr>
        <p:spPr>
          <a:xfrm flipH="1">
            <a:off x="2651886" y="5627279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4499BB3-9207-3AE1-1502-FAC006E40863}"/>
              </a:ext>
            </a:extLst>
          </p:cNvPr>
          <p:cNvCxnSpPr>
            <a:cxnSpLocks/>
            <a:stCxn id="25" idx="2"/>
            <a:endCxn id="27" idx="3"/>
          </p:cNvCxnSpPr>
          <p:nvPr/>
        </p:nvCxnSpPr>
        <p:spPr>
          <a:xfrm flipH="1" flipV="1">
            <a:off x="2651886" y="5423553"/>
            <a:ext cx="928618" cy="2037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181D6B2-7B19-E4AB-E2A8-9F0931C09806}"/>
              </a:ext>
            </a:extLst>
          </p:cNvPr>
          <p:cNvCxnSpPr>
            <a:cxnSpLocks/>
            <a:stCxn id="7" idx="6"/>
            <a:endCxn id="21" idx="1"/>
          </p:cNvCxnSpPr>
          <p:nvPr/>
        </p:nvCxnSpPr>
        <p:spPr>
          <a:xfrm flipV="1">
            <a:off x="1004302" y="2768127"/>
            <a:ext cx="1333875" cy="6463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A58B6EF-DF2C-7E4E-550E-D7EACECCF45A}"/>
              </a:ext>
            </a:extLst>
          </p:cNvPr>
          <p:cNvCxnSpPr>
            <a:cxnSpLocks/>
            <a:stCxn id="7" idx="6"/>
            <a:endCxn id="22" idx="1"/>
          </p:cNvCxnSpPr>
          <p:nvPr/>
        </p:nvCxnSpPr>
        <p:spPr>
          <a:xfrm flipV="1">
            <a:off x="1004302" y="3214816"/>
            <a:ext cx="1333875" cy="1996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3A2FAFA-D667-866A-F274-1C9A7B948CD8}"/>
              </a:ext>
            </a:extLst>
          </p:cNvPr>
          <p:cNvCxnSpPr>
            <a:cxnSpLocks/>
            <a:stCxn id="7" idx="6"/>
            <a:endCxn id="23" idx="1"/>
          </p:cNvCxnSpPr>
          <p:nvPr/>
        </p:nvCxnSpPr>
        <p:spPr>
          <a:xfrm>
            <a:off x="1004302" y="3414486"/>
            <a:ext cx="1333875" cy="2435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6A3BEBA-ABED-2AAF-96DE-7CF6EAF4418D}"/>
              </a:ext>
            </a:extLst>
          </p:cNvPr>
          <p:cNvCxnSpPr>
            <a:cxnSpLocks/>
            <a:stCxn id="7" idx="6"/>
            <a:endCxn id="24" idx="1"/>
          </p:cNvCxnSpPr>
          <p:nvPr/>
        </p:nvCxnSpPr>
        <p:spPr>
          <a:xfrm>
            <a:off x="1004302" y="3414486"/>
            <a:ext cx="1333875" cy="6908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FB3EAE0-709B-E39B-B000-AD478AE448A3}"/>
              </a:ext>
            </a:extLst>
          </p:cNvPr>
          <p:cNvCxnSpPr>
            <a:cxnSpLocks/>
            <a:stCxn id="7" idx="6"/>
            <a:endCxn id="26" idx="1"/>
          </p:cNvCxnSpPr>
          <p:nvPr/>
        </p:nvCxnSpPr>
        <p:spPr>
          <a:xfrm>
            <a:off x="1004302" y="3414486"/>
            <a:ext cx="1359584" cy="15623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AD823AF-6036-3AD9-4358-F4E09B361343}"/>
              </a:ext>
            </a:extLst>
          </p:cNvPr>
          <p:cNvCxnSpPr>
            <a:cxnSpLocks/>
            <a:stCxn id="7" idx="6"/>
            <a:endCxn id="27" idx="1"/>
          </p:cNvCxnSpPr>
          <p:nvPr/>
        </p:nvCxnSpPr>
        <p:spPr>
          <a:xfrm>
            <a:off x="1004302" y="3414486"/>
            <a:ext cx="1359584" cy="20090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1DB6A95-7610-F3BD-F248-08B8170F234C}"/>
              </a:ext>
            </a:extLst>
          </p:cNvPr>
          <p:cNvCxnSpPr>
            <a:cxnSpLocks/>
            <a:stCxn id="7" idx="6"/>
            <a:endCxn id="28" idx="1"/>
          </p:cNvCxnSpPr>
          <p:nvPr/>
        </p:nvCxnSpPr>
        <p:spPr>
          <a:xfrm>
            <a:off x="1004302" y="3414486"/>
            <a:ext cx="1359584" cy="24522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38C471E-544B-6061-499A-94CBD2E62897}"/>
              </a:ext>
            </a:extLst>
          </p:cNvPr>
          <p:cNvCxnSpPr>
            <a:cxnSpLocks/>
            <a:stCxn id="7" idx="6"/>
            <a:endCxn id="29" idx="1"/>
          </p:cNvCxnSpPr>
          <p:nvPr/>
        </p:nvCxnSpPr>
        <p:spPr>
          <a:xfrm>
            <a:off x="1004302" y="3414486"/>
            <a:ext cx="1359584" cy="28996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A6D5167-3574-3F69-04DB-E1BCFB91C21A}"/>
              </a:ext>
            </a:extLst>
          </p:cNvPr>
          <p:cNvCxnSpPr>
            <a:cxnSpLocks/>
            <a:stCxn id="7" idx="6"/>
            <a:endCxn id="11" idx="1"/>
          </p:cNvCxnSpPr>
          <p:nvPr/>
        </p:nvCxnSpPr>
        <p:spPr>
          <a:xfrm flipV="1">
            <a:off x="1004302" y="1896626"/>
            <a:ext cx="1333875" cy="15178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B175E78-C9AB-E1CA-9CD7-C7DE8E9F950F}"/>
              </a:ext>
            </a:extLst>
          </p:cNvPr>
          <p:cNvCxnSpPr>
            <a:cxnSpLocks/>
            <a:stCxn id="7" idx="6"/>
            <a:endCxn id="10" idx="1"/>
          </p:cNvCxnSpPr>
          <p:nvPr/>
        </p:nvCxnSpPr>
        <p:spPr>
          <a:xfrm flipV="1">
            <a:off x="1004302" y="1449292"/>
            <a:ext cx="1333875" cy="1965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2F904B5-4E64-3AF8-E926-8E4200E26AD2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 flipV="1">
            <a:off x="1004302" y="1006079"/>
            <a:ext cx="1333875" cy="24084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F976D11-A3FC-A1BC-D774-6879F807167C}"/>
              </a:ext>
            </a:extLst>
          </p:cNvPr>
          <p:cNvCxnSpPr>
            <a:cxnSpLocks/>
            <a:stCxn id="7" idx="6"/>
            <a:endCxn id="8" idx="1"/>
          </p:cNvCxnSpPr>
          <p:nvPr/>
        </p:nvCxnSpPr>
        <p:spPr>
          <a:xfrm flipV="1">
            <a:off x="1004302" y="559390"/>
            <a:ext cx="1333875" cy="2855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312D611-0EAA-CAF2-EE73-D7DE24C2BA72}"/>
              </a:ext>
            </a:extLst>
          </p:cNvPr>
          <p:cNvSpPr txBox="1"/>
          <p:nvPr/>
        </p:nvSpPr>
        <p:spPr>
          <a:xfrm>
            <a:off x="3615086" y="953924"/>
            <a:ext cx="3802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2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r>
              <a:rPr lang="en-ES" sz="22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E0C68D-49DF-935D-B67C-C7AA377A5C39}"/>
              </a:ext>
            </a:extLst>
          </p:cNvPr>
          <p:cNvSpPr txBox="1"/>
          <p:nvPr/>
        </p:nvSpPr>
        <p:spPr>
          <a:xfrm>
            <a:off x="3652679" y="3188156"/>
            <a:ext cx="394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2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r>
              <a:rPr lang="en-ES" sz="2200" i="1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endParaRPr lang="en-ES" sz="22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81B97F-049F-F90C-1B7E-29F98DAEAEAA}"/>
              </a:ext>
            </a:extLst>
          </p:cNvPr>
          <p:cNvSpPr txBox="1"/>
          <p:nvPr/>
        </p:nvSpPr>
        <p:spPr>
          <a:xfrm>
            <a:off x="3656995" y="5390063"/>
            <a:ext cx="4010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2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r>
              <a:rPr lang="en-ES" sz="2200" i="1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endParaRPr lang="en-ES" sz="22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FD95D2-14EB-CF6B-47FC-D88EE648B3F8}"/>
              </a:ext>
            </a:extLst>
          </p:cNvPr>
          <p:cNvSpPr txBox="1"/>
          <p:nvPr/>
        </p:nvSpPr>
        <p:spPr>
          <a:xfrm>
            <a:off x="404044" y="3092228"/>
            <a:ext cx="5894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sz="28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r>
              <a:rPr lang="en-ES" sz="2800" i="1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</a:t>
            </a:r>
            <a:endParaRPr lang="en-ES" sz="28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E44F03-1CD7-A954-DD3C-F11A477C56FB}"/>
              </a:ext>
            </a:extLst>
          </p:cNvPr>
          <p:cNvSpPr txBox="1"/>
          <p:nvPr/>
        </p:nvSpPr>
        <p:spPr>
          <a:xfrm>
            <a:off x="2315471" y="410389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C6CD0C-5B26-7598-14D7-9993B1951BCB}"/>
              </a:ext>
            </a:extLst>
          </p:cNvPr>
          <p:cNvSpPr txBox="1"/>
          <p:nvPr/>
        </p:nvSpPr>
        <p:spPr>
          <a:xfrm>
            <a:off x="2315468" y="856702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3ABA69-ED34-6CF1-C0BB-A9FF1BABB1CA}"/>
              </a:ext>
            </a:extLst>
          </p:cNvPr>
          <p:cNvSpPr txBox="1"/>
          <p:nvPr/>
        </p:nvSpPr>
        <p:spPr>
          <a:xfrm>
            <a:off x="2314853" y="1297886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EADC1A-FFE7-24C6-2F59-A5960CE64B49}"/>
              </a:ext>
            </a:extLst>
          </p:cNvPr>
          <p:cNvSpPr txBox="1"/>
          <p:nvPr/>
        </p:nvSpPr>
        <p:spPr>
          <a:xfrm>
            <a:off x="2315469" y="1749334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559BE9-131E-EA42-164E-2C24E1158A54}"/>
              </a:ext>
            </a:extLst>
          </p:cNvPr>
          <p:cNvSpPr txBox="1"/>
          <p:nvPr/>
        </p:nvSpPr>
        <p:spPr>
          <a:xfrm>
            <a:off x="2310952" y="2621034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6656CD-2F68-2E20-1FBA-7A046D07DC48}"/>
              </a:ext>
            </a:extLst>
          </p:cNvPr>
          <p:cNvSpPr txBox="1"/>
          <p:nvPr/>
        </p:nvSpPr>
        <p:spPr>
          <a:xfrm>
            <a:off x="2314852" y="3067347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6BA3ED-7E2B-33F3-B5CC-7BA12934EC95}"/>
              </a:ext>
            </a:extLst>
          </p:cNvPr>
          <p:cNvSpPr txBox="1"/>
          <p:nvPr/>
        </p:nvSpPr>
        <p:spPr>
          <a:xfrm>
            <a:off x="2309718" y="3508531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CFB7CA-6AA9-B7A8-4C16-A7F369FED371}"/>
              </a:ext>
            </a:extLst>
          </p:cNvPr>
          <p:cNvSpPr txBox="1"/>
          <p:nvPr/>
        </p:nvSpPr>
        <p:spPr>
          <a:xfrm>
            <a:off x="2316085" y="3959979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C88999-7F73-8130-DC4C-C10B638EAC8D}"/>
              </a:ext>
            </a:extLst>
          </p:cNvPr>
          <p:cNvSpPr txBox="1"/>
          <p:nvPr/>
        </p:nvSpPr>
        <p:spPr>
          <a:xfrm>
            <a:off x="2327293" y="4828961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D9FD30-FDB3-2A7C-C2B1-3C37290231A4}"/>
              </a:ext>
            </a:extLst>
          </p:cNvPr>
          <p:cNvSpPr txBox="1"/>
          <p:nvPr/>
        </p:nvSpPr>
        <p:spPr>
          <a:xfrm>
            <a:off x="2335564" y="5281370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289ABE-BF2C-4B4C-7753-15A635502555}"/>
              </a:ext>
            </a:extLst>
          </p:cNvPr>
          <p:cNvSpPr txBox="1"/>
          <p:nvPr/>
        </p:nvSpPr>
        <p:spPr>
          <a:xfrm>
            <a:off x="2336871" y="5722899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86A469-52A5-30BD-3BD8-314B44C0AA74}"/>
              </a:ext>
            </a:extLst>
          </p:cNvPr>
          <p:cNvSpPr txBox="1"/>
          <p:nvPr/>
        </p:nvSpPr>
        <p:spPr>
          <a:xfrm>
            <a:off x="2332081" y="6174002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06046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7A041-730A-0621-9117-67B93C40B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2F7B725-8BA9-EB42-FC33-8285482E0388}"/>
              </a:ext>
            </a:extLst>
          </p:cNvPr>
          <p:cNvSpPr/>
          <p:nvPr/>
        </p:nvSpPr>
        <p:spPr>
          <a:xfrm>
            <a:off x="3554795" y="939805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83A5DC-B528-D384-BF3F-0C908392E55E}"/>
              </a:ext>
            </a:extLst>
          </p:cNvPr>
          <p:cNvSpPr/>
          <p:nvPr/>
        </p:nvSpPr>
        <p:spPr>
          <a:xfrm>
            <a:off x="284302" y="3054486"/>
            <a:ext cx="720000" cy="72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DCD906-5E99-350B-65CD-A6F5812B6A06}"/>
              </a:ext>
            </a:extLst>
          </p:cNvPr>
          <p:cNvSpPr/>
          <p:nvPr/>
        </p:nvSpPr>
        <p:spPr>
          <a:xfrm>
            <a:off x="2338177" y="415390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EADC55-78F4-761D-C63C-948DA4F049EB}"/>
              </a:ext>
            </a:extLst>
          </p:cNvPr>
          <p:cNvSpPr/>
          <p:nvPr/>
        </p:nvSpPr>
        <p:spPr>
          <a:xfrm>
            <a:off x="2338177" y="862079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4E4414-A02A-2645-F4D2-6FDB0C7D38D1}"/>
              </a:ext>
            </a:extLst>
          </p:cNvPr>
          <p:cNvSpPr/>
          <p:nvPr/>
        </p:nvSpPr>
        <p:spPr>
          <a:xfrm>
            <a:off x="2338177" y="1305292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12EA92-EA20-344C-9B2D-E49365B1A5B1}"/>
              </a:ext>
            </a:extLst>
          </p:cNvPr>
          <p:cNvSpPr/>
          <p:nvPr/>
        </p:nvSpPr>
        <p:spPr>
          <a:xfrm>
            <a:off x="2338177" y="175262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5A6AD94-C224-8DE8-08DB-187C3D265DF8}"/>
              </a:ext>
            </a:extLst>
          </p:cNvPr>
          <p:cNvSpPr/>
          <p:nvPr/>
        </p:nvSpPr>
        <p:spPr>
          <a:xfrm>
            <a:off x="3554795" y="3148542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779622-885F-3D9B-0424-D4F147793542}"/>
              </a:ext>
            </a:extLst>
          </p:cNvPr>
          <p:cNvSpPr/>
          <p:nvPr/>
        </p:nvSpPr>
        <p:spPr>
          <a:xfrm>
            <a:off x="2338177" y="2624127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6FCE7E-CF19-C68E-2CBB-66309F3C4D49}"/>
              </a:ext>
            </a:extLst>
          </p:cNvPr>
          <p:cNvSpPr/>
          <p:nvPr/>
        </p:nvSpPr>
        <p:spPr>
          <a:xfrm>
            <a:off x="2338177" y="307081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896BC7-6381-DA87-E75F-7ADCC0FC778E}"/>
              </a:ext>
            </a:extLst>
          </p:cNvPr>
          <p:cNvSpPr/>
          <p:nvPr/>
        </p:nvSpPr>
        <p:spPr>
          <a:xfrm>
            <a:off x="2338177" y="3514029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B69FA3-7AF8-ECA2-B20D-C0982117C7CD}"/>
              </a:ext>
            </a:extLst>
          </p:cNvPr>
          <p:cNvSpPr/>
          <p:nvPr/>
        </p:nvSpPr>
        <p:spPr>
          <a:xfrm>
            <a:off x="2338177" y="3961363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4082462-B513-6D56-588E-37917DAE9232}"/>
              </a:ext>
            </a:extLst>
          </p:cNvPr>
          <p:cNvSpPr/>
          <p:nvPr/>
        </p:nvSpPr>
        <p:spPr>
          <a:xfrm>
            <a:off x="3580504" y="5357279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CA3341-6037-7CE8-5CD7-A31050D37164}"/>
              </a:ext>
            </a:extLst>
          </p:cNvPr>
          <p:cNvSpPr/>
          <p:nvPr/>
        </p:nvSpPr>
        <p:spPr>
          <a:xfrm>
            <a:off x="2363886" y="4832864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CCB6C0-44F8-E6B7-B452-2B7DD73A28D8}"/>
              </a:ext>
            </a:extLst>
          </p:cNvPr>
          <p:cNvSpPr/>
          <p:nvPr/>
        </p:nvSpPr>
        <p:spPr>
          <a:xfrm>
            <a:off x="2363886" y="5279553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21A1E1-D343-1EB1-96C6-D26FEA11148F}"/>
              </a:ext>
            </a:extLst>
          </p:cNvPr>
          <p:cNvSpPr/>
          <p:nvPr/>
        </p:nvSpPr>
        <p:spPr>
          <a:xfrm>
            <a:off x="2363886" y="572276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8B0775-2397-BA59-A5B3-4DBEBFDF52A1}"/>
              </a:ext>
            </a:extLst>
          </p:cNvPr>
          <p:cNvSpPr/>
          <p:nvPr/>
        </p:nvSpPr>
        <p:spPr>
          <a:xfrm>
            <a:off x="2363886" y="6170100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5E4932B-16FC-E8C1-6FF5-ACE6A4190025}"/>
              </a:ext>
            </a:extLst>
          </p:cNvPr>
          <p:cNvCxnSpPr>
            <a:cxnSpLocks/>
            <a:stCxn id="4" idx="2"/>
            <a:endCxn id="8" idx="3"/>
          </p:cNvCxnSpPr>
          <p:nvPr/>
        </p:nvCxnSpPr>
        <p:spPr>
          <a:xfrm flipH="1" flipV="1">
            <a:off x="2626177" y="559390"/>
            <a:ext cx="928618" cy="6504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83FD8D2-8B92-6659-9C29-4D7D3A80C290}"/>
              </a:ext>
            </a:extLst>
          </p:cNvPr>
          <p:cNvCxnSpPr>
            <a:cxnSpLocks/>
            <a:stCxn id="4" idx="2"/>
            <a:endCxn id="11" idx="3"/>
          </p:cNvCxnSpPr>
          <p:nvPr/>
        </p:nvCxnSpPr>
        <p:spPr>
          <a:xfrm flipH="1">
            <a:off x="2626177" y="1209805"/>
            <a:ext cx="928618" cy="6868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1416D36-3A7A-D69C-275D-DFE75F37152B}"/>
              </a:ext>
            </a:extLst>
          </p:cNvPr>
          <p:cNvCxnSpPr>
            <a:cxnSpLocks/>
            <a:stCxn id="4" idx="2"/>
            <a:endCxn id="10" idx="3"/>
          </p:cNvCxnSpPr>
          <p:nvPr/>
        </p:nvCxnSpPr>
        <p:spPr>
          <a:xfrm flipH="1">
            <a:off x="2626177" y="1209805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73B7136-A69F-A90D-CD15-AF6A67BE3B5E}"/>
              </a:ext>
            </a:extLst>
          </p:cNvPr>
          <p:cNvCxnSpPr>
            <a:cxnSpLocks/>
            <a:stCxn id="4" idx="2"/>
            <a:endCxn id="9" idx="3"/>
          </p:cNvCxnSpPr>
          <p:nvPr/>
        </p:nvCxnSpPr>
        <p:spPr>
          <a:xfrm flipH="1" flipV="1">
            <a:off x="2626177" y="1006079"/>
            <a:ext cx="928618" cy="2037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BD8C324-3C1E-CA16-B6CB-0A958EC04056}"/>
              </a:ext>
            </a:extLst>
          </p:cNvPr>
          <p:cNvCxnSpPr>
            <a:cxnSpLocks/>
            <a:stCxn id="20" idx="2"/>
          </p:cNvCxnSpPr>
          <p:nvPr/>
        </p:nvCxnSpPr>
        <p:spPr>
          <a:xfrm flipH="1" flipV="1">
            <a:off x="2626177" y="2767704"/>
            <a:ext cx="928618" cy="650838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9D83C3F-8A65-427C-1122-EA6542FC00B1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2626177" y="3418542"/>
            <a:ext cx="928618" cy="686398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BB675B2-DBF9-A0CB-D3B4-3FF669810DA8}"/>
              </a:ext>
            </a:extLst>
          </p:cNvPr>
          <p:cNvCxnSpPr>
            <a:cxnSpLocks/>
          </p:cNvCxnSpPr>
          <p:nvPr/>
        </p:nvCxnSpPr>
        <p:spPr>
          <a:xfrm flipH="1">
            <a:off x="2626177" y="3418119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77B5769-F4D8-5826-7D57-C771C5799DEC}"/>
              </a:ext>
            </a:extLst>
          </p:cNvPr>
          <p:cNvCxnSpPr>
            <a:cxnSpLocks/>
          </p:cNvCxnSpPr>
          <p:nvPr/>
        </p:nvCxnSpPr>
        <p:spPr>
          <a:xfrm flipH="1" flipV="1">
            <a:off x="2626177" y="3214393"/>
            <a:ext cx="928618" cy="203726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DE5BB89-48F3-0CF6-B8E4-191C321B3202}"/>
              </a:ext>
            </a:extLst>
          </p:cNvPr>
          <p:cNvCxnSpPr>
            <a:cxnSpLocks/>
            <a:stCxn id="25" idx="2"/>
          </p:cNvCxnSpPr>
          <p:nvPr/>
        </p:nvCxnSpPr>
        <p:spPr>
          <a:xfrm flipH="1" flipV="1">
            <a:off x="2632046" y="4968685"/>
            <a:ext cx="948458" cy="6585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71C0A52-ADC4-4FF5-0A90-9FAC62A8B4B2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2632046" y="5627279"/>
            <a:ext cx="948458" cy="6786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464D700-2253-14E3-2207-F44D56FEFAD0}"/>
              </a:ext>
            </a:extLst>
          </p:cNvPr>
          <p:cNvCxnSpPr>
            <a:cxnSpLocks/>
            <a:stCxn id="25" idx="2"/>
            <a:endCxn id="28" idx="3"/>
          </p:cNvCxnSpPr>
          <p:nvPr/>
        </p:nvCxnSpPr>
        <p:spPr>
          <a:xfrm flipH="1">
            <a:off x="2651886" y="5627279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1809837-CF8C-BA2B-502C-500ED71D429A}"/>
              </a:ext>
            </a:extLst>
          </p:cNvPr>
          <p:cNvCxnSpPr>
            <a:cxnSpLocks/>
            <a:stCxn id="25" idx="2"/>
            <a:endCxn id="27" idx="3"/>
          </p:cNvCxnSpPr>
          <p:nvPr/>
        </p:nvCxnSpPr>
        <p:spPr>
          <a:xfrm flipH="1" flipV="1">
            <a:off x="2651886" y="5423553"/>
            <a:ext cx="928618" cy="2037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E93E49D-383E-3E2A-B140-DA1E97C607FE}"/>
              </a:ext>
            </a:extLst>
          </p:cNvPr>
          <p:cNvCxnSpPr>
            <a:cxnSpLocks/>
            <a:stCxn id="7" idx="6"/>
            <a:endCxn id="21" idx="1"/>
          </p:cNvCxnSpPr>
          <p:nvPr/>
        </p:nvCxnSpPr>
        <p:spPr>
          <a:xfrm flipV="1">
            <a:off x="1004302" y="2768127"/>
            <a:ext cx="1333875" cy="6463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CFA708A-D3B9-C26D-3EE3-2E570A55100B}"/>
              </a:ext>
            </a:extLst>
          </p:cNvPr>
          <p:cNvCxnSpPr>
            <a:cxnSpLocks/>
            <a:stCxn id="7" idx="6"/>
            <a:endCxn id="22" idx="1"/>
          </p:cNvCxnSpPr>
          <p:nvPr/>
        </p:nvCxnSpPr>
        <p:spPr>
          <a:xfrm flipV="1">
            <a:off x="1004302" y="3214816"/>
            <a:ext cx="1333875" cy="1996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90FE429-EAC0-7797-8134-CA2F97DEE59F}"/>
              </a:ext>
            </a:extLst>
          </p:cNvPr>
          <p:cNvCxnSpPr>
            <a:cxnSpLocks/>
            <a:stCxn id="7" idx="6"/>
            <a:endCxn id="23" idx="1"/>
          </p:cNvCxnSpPr>
          <p:nvPr/>
        </p:nvCxnSpPr>
        <p:spPr>
          <a:xfrm>
            <a:off x="1004302" y="3414486"/>
            <a:ext cx="1333875" cy="2435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67DF5D1-E553-DAFE-0823-C65CE1641EEC}"/>
              </a:ext>
            </a:extLst>
          </p:cNvPr>
          <p:cNvCxnSpPr>
            <a:cxnSpLocks/>
            <a:stCxn id="7" idx="6"/>
            <a:endCxn id="24" idx="1"/>
          </p:cNvCxnSpPr>
          <p:nvPr/>
        </p:nvCxnSpPr>
        <p:spPr>
          <a:xfrm>
            <a:off x="1004302" y="3414486"/>
            <a:ext cx="1333875" cy="6908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0981445-D6DD-5783-BC0E-F994C44B6467}"/>
              </a:ext>
            </a:extLst>
          </p:cNvPr>
          <p:cNvCxnSpPr>
            <a:cxnSpLocks/>
            <a:stCxn id="7" idx="6"/>
            <a:endCxn id="26" idx="1"/>
          </p:cNvCxnSpPr>
          <p:nvPr/>
        </p:nvCxnSpPr>
        <p:spPr>
          <a:xfrm>
            <a:off x="1004302" y="3414486"/>
            <a:ext cx="1359584" cy="15623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46AA1EE-3566-C92E-A1B2-927685DC1450}"/>
              </a:ext>
            </a:extLst>
          </p:cNvPr>
          <p:cNvCxnSpPr>
            <a:cxnSpLocks/>
            <a:stCxn id="7" idx="6"/>
            <a:endCxn id="27" idx="1"/>
          </p:cNvCxnSpPr>
          <p:nvPr/>
        </p:nvCxnSpPr>
        <p:spPr>
          <a:xfrm>
            <a:off x="1004302" y="3414486"/>
            <a:ext cx="1359584" cy="20090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4AA4E55-BC80-6604-FD82-FC8E7260D067}"/>
              </a:ext>
            </a:extLst>
          </p:cNvPr>
          <p:cNvCxnSpPr>
            <a:cxnSpLocks/>
            <a:stCxn id="7" idx="6"/>
            <a:endCxn id="28" idx="1"/>
          </p:cNvCxnSpPr>
          <p:nvPr/>
        </p:nvCxnSpPr>
        <p:spPr>
          <a:xfrm>
            <a:off x="1004302" y="3414486"/>
            <a:ext cx="1359584" cy="24522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DCF1C90-8EF3-E5CF-3B0B-331F7363C7FC}"/>
              </a:ext>
            </a:extLst>
          </p:cNvPr>
          <p:cNvCxnSpPr>
            <a:cxnSpLocks/>
            <a:stCxn id="7" idx="6"/>
            <a:endCxn id="29" idx="1"/>
          </p:cNvCxnSpPr>
          <p:nvPr/>
        </p:nvCxnSpPr>
        <p:spPr>
          <a:xfrm>
            <a:off x="1004302" y="3414486"/>
            <a:ext cx="1359584" cy="28996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0C0F19F-8D95-475C-5286-052ECBA6547D}"/>
              </a:ext>
            </a:extLst>
          </p:cNvPr>
          <p:cNvCxnSpPr>
            <a:cxnSpLocks/>
            <a:stCxn id="7" idx="6"/>
            <a:endCxn id="11" idx="1"/>
          </p:cNvCxnSpPr>
          <p:nvPr/>
        </p:nvCxnSpPr>
        <p:spPr>
          <a:xfrm flipV="1">
            <a:off x="1004302" y="1896626"/>
            <a:ext cx="1333875" cy="15178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31EFA2C6-FBCA-C506-AFD2-41E3CFD994B6}"/>
              </a:ext>
            </a:extLst>
          </p:cNvPr>
          <p:cNvCxnSpPr>
            <a:cxnSpLocks/>
            <a:stCxn id="7" idx="6"/>
            <a:endCxn id="10" idx="1"/>
          </p:cNvCxnSpPr>
          <p:nvPr/>
        </p:nvCxnSpPr>
        <p:spPr>
          <a:xfrm flipV="1">
            <a:off x="1004302" y="1449292"/>
            <a:ext cx="1333875" cy="1965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4633F48-2618-813B-5D0B-5C013009EA71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 flipV="1">
            <a:off x="1004302" y="1006079"/>
            <a:ext cx="1333875" cy="24084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D781DBB3-BE9C-62E0-9DFA-68E767A8CC62}"/>
              </a:ext>
            </a:extLst>
          </p:cNvPr>
          <p:cNvCxnSpPr>
            <a:cxnSpLocks/>
            <a:stCxn id="7" idx="6"/>
            <a:endCxn id="8" idx="1"/>
          </p:cNvCxnSpPr>
          <p:nvPr/>
        </p:nvCxnSpPr>
        <p:spPr>
          <a:xfrm flipV="1">
            <a:off x="1004302" y="559390"/>
            <a:ext cx="1333875" cy="2855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AB27CDA-9CB5-ECA3-8FAF-93885119F620}"/>
              </a:ext>
            </a:extLst>
          </p:cNvPr>
          <p:cNvSpPr txBox="1"/>
          <p:nvPr/>
        </p:nvSpPr>
        <p:spPr>
          <a:xfrm>
            <a:off x="3615086" y="953924"/>
            <a:ext cx="3802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2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r>
              <a:rPr lang="en-ES" sz="22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89EFD7-173F-0BD2-3B9F-E1A25784694A}"/>
              </a:ext>
            </a:extLst>
          </p:cNvPr>
          <p:cNvSpPr txBox="1"/>
          <p:nvPr/>
        </p:nvSpPr>
        <p:spPr>
          <a:xfrm>
            <a:off x="3652679" y="3188156"/>
            <a:ext cx="394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2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r>
              <a:rPr lang="en-ES" sz="2200" i="1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endParaRPr lang="en-ES" sz="22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45AC9C-4975-1AF3-0308-25C8CD9FE941}"/>
              </a:ext>
            </a:extLst>
          </p:cNvPr>
          <p:cNvSpPr txBox="1"/>
          <p:nvPr/>
        </p:nvSpPr>
        <p:spPr>
          <a:xfrm>
            <a:off x="3656995" y="5390063"/>
            <a:ext cx="4010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2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r>
              <a:rPr lang="en-ES" sz="2200" i="1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endParaRPr lang="en-ES" sz="22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7939A0-A404-0C54-6609-725BA89F98E3}"/>
              </a:ext>
            </a:extLst>
          </p:cNvPr>
          <p:cNvSpPr txBox="1"/>
          <p:nvPr/>
        </p:nvSpPr>
        <p:spPr>
          <a:xfrm>
            <a:off x="404044" y="3092228"/>
            <a:ext cx="5894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sz="28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r>
              <a:rPr lang="en-ES" sz="2800" i="1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</a:t>
            </a:r>
            <a:endParaRPr lang="en-ES" sz="28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E27854-1A4D-8DC6-F8FC-16EA6E1FF215}"/>
              </a:ext>
            </a:extLst>
          </p:cNvPr>
          <p:cNvSpPr txBox="1"/>
          <p:nvPr/>
        </p:nvSpPr>
        <p:spPr>
          <a:xfrm>
            <a:off x="2315471" y="410389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D63597-B560-4013-B012-60C50014B2AB}"/>
              </a:ext>
            </a:extLst>
          </p:cNvPr>
          <p:cNvSpPr txBox="1"/>
          <p:nvPr/>
        </p:nvSpPr>
        <p:spPr>
          <a:xfrm>
            <a:off x="2315468" y="856702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79418A-7FEB-9BAE-BD51-17AC1A2E39F2}"/>
              </a:ext>
            </a:extLst>
          </p:cNvPr>
          <p:cNvSpPr txBox="1"/>
          <p:nvPr/>
        </p:nvSpPr>
        <p:spPr>
          <a:xfrm>
            <a:off x="2314853" y="1297886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D765DD-8B10-E7E0-34D7-FEA83FE21D8A}"/>
              </a:ext>
            </a:extLst>
          </p:cNvPr>
          <p:cNvSpPr txBox="1"/>
          <p:nvPr/>
        </p:nvSpPr>
        <p:spPr>
          <a:xfrm>
            <a:off x="2315469" y="1749334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1F6BEB-71F0-BC9F-E872-B227786666BA}"/>
              </a:ext>
            </a:extLst>
          </p:cNvPr>
          <p:cNvSpPr txBox="1"/>
          <p:nvPr/>
        </p:nvSpPr>
        <p:spPr>
          <a:xfrm>
            <a:off x="2310952" y="2621034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767E64-CFB3-F984-C7A7-332C77E249DD}"/>
              </a:ext>
            </a:extLst>
          </p:cNvPr>
          <p:cNvSpPr txBox="1"/>
          <p:nvPr/>
        </p:nvSpPr>
        <p:spPr>
          <a:xfrm>
            <a:off x="2314852" y="3067347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33334D-BA41-AC04-6E0E-A2C6EEAA3D0F}"/>
              </a:ext>
            </a:extLst>
          </p:cNvPr>
          <p:cNvSpPr txBox="1"/>
          <p:nvPr/>
        </p:nvSpPr>
        <p:spPr>
          <a:xfrm>
            <a:off x="2309718" y="3508531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6AAA38-1854-C6CE-A2C7-9D5DAC5C4970}"/>
              </a:ext>
            </a:extLst>
          </p:cNvPr>
          <p:cNvSpPr txBox="1"/>
          <p:nvPr/>
        </p:nvSpPr>
        <p:spPr>
          <a:xfrm>
            <a:off x="2316085" y="3959979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80E962-48FD-B6FC-46B5-768D1A0E538C}"/>
              </a:ext>
            </a:extLst>
          </p:cNvPr>
          <p:cNvSpPr txBox="1"/>
          <p:nvPr/>
        </p:nvSpPr>
        <p:spPr>
          <a:xfrm>
            <a:off x="2327293" y="4828961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44F4C7-8724-312F-68A0-28EEB4E91F1E}"/>
              </a:ext>
            </a:extLst>
          </p:cNvPr>
          <p:cNvSpPr txBox="1"/>
          <p:nvPr/>
        </p:nvSpPr>
        <p:spPr>
          <a:xfrm>
            <a:off x="2335564" y="5281370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45A9CE-F320-F1D9-A5A9-EDF42B293E56}"/>
              </a:ext>
            </a:extLst>
          </p:cNvPr>
          <p:cNvSpPr txBox="1"/>
          <p:nvPr/>
        </p:nvSpPr>
        <p:spPr>
          <a:xfrm>
            <a:off x="2336871" y="5722899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664CA7-0A04-70C5-D396-EA7629FF3B25}"/>
              </a:ext>
            </a:extLst>
          </p:cNvPr>
          <p:cNvSpPr txBox="1"/>
          <p:nvPr/>
        </p:nvSpPr>
        <p:spPr>
          <a:xfrm>
            <a:off x="2332081" y="6174002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50892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8323C-5415-FE33-7E36-EEC5EBDA4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615B68A-C476-677C-FC4F-05C0380D9CB4}"/>
              </a:ext>
            </a:extLst>
          </p:cNvPr>
          <p:cNvSpPr/>
          <p:nvPr/>
        </p:nvSpPr>
        <p:spPr>
          <a:xfrm>
            <a:off x="3554795" y="939805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6ACAFA-05B7-5871-6BDA-94AF03460502}"/>
              </a:ext>
            </a:extLst>
          </p:cNvPr>
          <p:cNvSpPr/>
          <p:nvPr/>
        </p:nvSpPr>
        <p:spPr>
          <a:xfrm>
            <a:off x="284302" y="3054486"/>
            <a:ext cx="720000" cy="72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F634C0-3344-D931-ABE5-5858EC77C3F5}"/>
              </a:ext>
            </a:extLst>
          </p:cNvPr>
          <p:cNvSpPr/>
          <p:nvPr/>
        </p:nvSpPr>
        <p:spPr>
          <a:xfrm>
            <a:off x="2338177" y="415390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E793DF-817A-050A-5E95-EACE48C97CD1}"/>
              </a:ext>
            </a:extLst>
          </p:cNvPr>
          <p:cNvSpPr/>
          <p:nvPr/>
        </p:nvSpPr>
        <p:spPr>
          <a:xfrm>
            <a:off x="2338177" y="862079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09BB96-92F8-8F0E-EC6C-87A7163A542B}"/>
              </a:ext>
            </a:extLst>
          </p:cNvPr>
          <p:cNvSpPr/>
          <p:nvPr/>
        </p:nvSpPr>
        <p:spPr>
          <a:xfrm>
            <a:off x="2338177" y="1305292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9705DD-2AD2-3770-E279-58364EDDE0E1}"/>
              </a:ext>
            </a:extLst>
          </p:cNvPr>
          <p:cNvSpPr/>
          <p:nvPr/>
        </p:nvSpPr>
        <p:spPr>
          <a:xfrm>
            <a:off x="2338177" y="175262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C40CF96-F7E0-4596-056E-07A72A4035B3}"/>
              </a:ext>
            </a:extLst>
          </p:cNvPr>
          <p:cNvSpPr/>
          <p:nvPr/>
        </p:nvSpPr>
        <p:spPr>
          <a:xfrm>
            <a:off x="3554795" y="3148542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847272-7686-6E6A-8AE7-00AE0D4D4031}"/>
              </a:ext>
            </a:extLst>
          </p:cNvPr>
          <p:cNvSpPr/>
          <p:nvPr/>
        </p:nvSpPr>
        <p:spPr>
          <a:xfrm>
            <a:off x="2338177" y="2624127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812F34-10EC-1CE9-19BF-B94D25D5245C}"/>
              </a:ext>
            </a:extLst>
          </p:cNvPr>
          <p:cNvSpPr/>
          <p:nvPr/>
        </p:nvSpPr>
        <p:spPr>
          <a:xfrm>
            <a:off x="2338177" y="307081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04E5FF-86DF-B0B7-F1B8-606EFC96B908}"/>
              </a:ext>
            </a:extLst>
          </p:cNvPr>
          <p:cNvSpPr/>
          <p:nvPr/>
        </p:nvSpPr>
        <p:spPr>
          <a:xfrm>
            <a:off x="2338177" y="3514029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25826B-3BE8-2586-73F3-ED4225A8E5AE}"/>
              </a:ext>
            </a:extLst>
          </p:cNvPr>
          <p:cNvSpPr/>
          <p:nvPr/>
        </p:nvSpPr>
        <p:spPr>
          <a:xfrm>
            <a:off x="2338177" y="3961363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50AA378-2024-4667-AF2E-943A27E5C7EB}"/>
              </a:ext>
            </a:extLst>
          </p:cNvPr>
          <p:cNvSpPr/>
          <p:nvPr/>
        </p:nvSpPr>
        <p:spPr>
          <a:xfrm>
            <a:off x="3580504" y="5357279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89B3A3C-3C94-1455-3A65-B6AC8B2D7F8D}"/>
              </a:ext>
            </a:extLst>
          </p:cNvPr>
          <p:cNvSpPr/>
          <p:nvPr/>
        </p:nvSpPr>
        <p:spPr>
          <a:xfrm>
            <a:off x="2363886" y="4832864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86E80E-FEBA-09D3-9FC0-49BFD1E29039}"/>
              </a:ext>
            </a:extLst>
          </p:cNvPr>
          <p:cNvSpPr/>
          <p:nvPr/>
        </p:nvSpPr>
        <p:spPr>
          <a:xfrm>
            <a:off x="2363886" y="5279553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D65807-50E1-0520-4AA1-CC5B841B3ACC}"/>
              </a:ext>
            </a:extLst>
          </p:cNvPr>
          <p:cNvSpPr/>
          <p:nvPr/>
        </p:nvSpPr>
        <p:spPr>
          <a:xfrm>
            <a:off x="2363886" y="572276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5B9CD3-E079-072E-776F-C1EF6C477246}"/>
              </a:ext>
            </a:extLst>
          </p:cNvPr>
          <p:cNvSpPr/>
          <p:nvPr/>
        </p:nvSpPr>
        <p:spPr>
          <a:xfrm>
            <a:off x="2363886" y="6170100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22AEC4B-CFB8-27C9-6FB4-A4A5AC504A29}"/>
              </a:ext>
            </a:extLst>
          </p:cNvPr>
          <p:cNvCxnSpPr>
            <a:cxnSpLocks/>
            <a:stCxn id="4" idx="2"/>
            <a:endCxn id="11" idx="3"/>
          </p:cNvCxnSpPr>
          <p:nvPr/>
        </p:nvCxnSpPr>
        <p:spPr>
          <a:xfrm flipH="1">
            <a:off x="2626177" y="1209805"/>
            <a:ext cx="928618" cy="6868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F85439F-FF82-B9AC-0523-0F5A8CB70705}"/>
              </a:ext>
            </a:extLst>
          </p:cNvPr>
          <p:cNvCxnSpPr>
            <a:cxnSpLocks/>
            <a:stCxn id="4" idx="2"/>
            <a:endCxn id="10" idx="3"/>
          </p:cNvCxnSpPr>
          <p:nvPr/>
        </p:nvCxnSpPr>
        <p:spPr>
          <a:xfrm flipH="1">
            <a:off x="2626177" y="1209805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110EAE1-0DE2-720B-1A70-7F19DE21A272}"/>
              </a:ext>
            </a:extLst>
          </p:cNvPr>
          <p:cNvCxnSpPr>
            <a:cxnSpLocks/>
            <a:stCxn id="20" idx="2"/>
          </p:cNvCxnSpPr>
          <p:nvPr/>
        </p:nvCxnSpPr>
        <p:spPr>
          <a:xfrm flipH="1" flipV="1">
            <a:off x="2626177" y="2767704"/>
            <a:ext cx="928618" cy="65083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86630C6-1FA9-F6A3-9C61-1171887F770A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2626177" y="3418542"/>
            <a:ext cx="928618" cy="68639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9F9B985-7BDB-3DAC-B5B9-5A5DDD0D4A7B}"/>
              </a:ext>
            </a:extLst>
          </p:cNvPr>
          <p:cNvCxnSpPr>
            <a:cxnSpLocks/>
          </p:cNvCxnSpPr>
          <p:nvPr/>
        </p:nvCxnSpPr>
        <p:spPr>
          <a:xfrm flipH="1">
            <a:off x="2626177" y="3418119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BBABCC9-530F-3727-475A-7F70F112CE1D}"/>
              </a:ext>
            </a:extLst>
          </p:cNvPr>
          <p:cNvCxnSpPr>
            <a:cxnSpLocks/>
          </p:cNvCxnSpPr>
          <p:nvPr/>
        </p:nvCxnSpPr>
        <p:spPr>
          <a:xfrm flipH="1" flipV="1">
            <a:off x="2626177" y="3214393"/>
            <a:ext cx="928618" cy="20372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76FCA69-3729-1E8B-EF21-A797A1C89C34}"/>
              </a:ext>
            </a:extLst>
          </p:cNvPr>
          <p:cNvCxnSpPr>
            <a:cxnSpLocks/>
            <a:stCxn id="25" idx="2"/>
          </p:cNvCxnSpPr>
          <p:nvPr/>
        </p:nvCxnSpPr>
        <p:spPr>
          <a:xfrm flipH="1" flipV="1">
            <a:off x="2632046" y="4968685"/>
            <a:ext cx="948458" cy="6585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CD6B402-28EA-B144-E0B2-1AD0A64429F6}"/>
              </a:ext>
            </a:extLst>
          </p:cNvPr>
          <p:cNvCxnSpPr>
            <a:cxnSpLocks/>
            <a:stCxn id="25" idx="2"/>
            <a:endCxn id="28" idx="3"/>
          </p:cNvCxnSpPr>
          <p:nvPr/>
        </p:nvCxnSpPr>
        <p:spPr>
          <a:xfrm flipH="1">
            <a:off x="2651886" y="5627279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2B18861-967A-43E2-2D1D-4EBE2D8981CF}"/>
              </a:ext>
            </a:extLst>
          </p:cNvPr>
          <p:cNvCxnSpPr>
            <a:cxnSpLocks/>
            <a:stCxn id="25" idx="2"/>
            <a:endCxn id="27" idx="3"/>
          </p:cNvCxnSpPr>
          <p:nvPr/>
        </p:nvCxnSpPr>
        <p:spPr>
          <a:xfrm flipH="1" flipV="1">
            <a:off x="2651886" y="5423553"/>
            <a:ext cx="928618" cy="2037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D6C7244-15B7-4BE8-0051-4B69518CE442}"/>
              </a:ext>
            </a:extLst>
          </p:cNvPr>
          <p:cNvCxnSpPr>
            <a:cxnSpLocks/>
            <a:stCxn id="7" idx="6"/>
            <a:endCxn id="21" idx="1"/>
          </p:cNvCxnSpPr>
          <p:nvPr/>
        </p:nvCxnSpPr>
        <p:spPr>
          <a:xfrm flipV="1">
            <a:off x="1004302" y="2768127"/>
            <a:ext cx="1333875" cy="6463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51AC08E-23C5-4F19-B7F6-08BE29AF33CC}"/>
              </a:ext>
            </a:extLst>
          </p:cNvPr>
          <p:cNvCxnSpPr>
            <a:cxnSpLocks/>
            <a:stCxn id="7" idx="6"/>
            <a:endCxn id="22" idx="1"/>
          </p:cNvCxnSpPr>
          <p:nvPr/>
        </p:nvCxnSpPr>
        <p:spPr>
          <a:xfrm flipV="1">
            <a:off x="1004302" y="3214816"/>
            <a:ext cx="1333875" cy="1996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5D77B3D-EF71-6B04-FB1F-3C3CA6F3D324}"/>
              </a:ext>
            </a:extLst>
          </p:cNvPr>
          <p:cNvCxnSpPr>
            <a:cxnSpLocks/>
            <a:stCxn id="7" idx="6"/>
            <a:endCxn id="23" idx="1"/>
          </p:cNvCxnSpPr>
          <p:nvPr/>
        </p:nvCxnSpPr>
        <p:spPr>
          <a:xfrm>
            <a:off x="1004302" y="3414486"/>
            <a:ext cx="1333875" cy="2435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D0BCD2A-C988-4CA6-AD3F-6C053F274630}"/>
              </a:ext>
            </a:extLst>
          </p:cNvPr>
          <p:cNvCxnSpPr>
            <a:cxnSpLocks/>
            <a:stCxn id="7" idx="6"/>
            <a:endCxn id="24" idx="1"/>
          </p:cNvCxnSpPr>
          <p:nvPr/>
        </p:nvCxnSpPr>
        <p:spPr>
          <a:xfrm>
            <a:off x="1004302" y="3414486"/>
            <a:ext cx="1333875" cy="6908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8092694-385A-90F6-078D-9B82CBA03FF4}"/>
              </a:ext>
            </a:extLst>
          </p:cNvPr>
          <p:cNvCxnSpPr>
            <a:cxnSpLocks/>
            <a:stCxn id="7" idx="6"/>
            <a:endCxn id="27" idx="1"/>
          </p:cNvCxnSpPr>
          <p:nvPr/>
        </p:nvCxnSpPr>
        <p:spPr>
          <a:xfrm>
            <a:off x="1004302" y="3414486"/>
            <a:ext cx="1359584" cy="20090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4276317-87F8-8476-1B17-9EE8BBB1ACAB}"/>
              </a:ext>
            </a:extLst>
          </p:cNvPr>
          <p:cNvCxnSpPr>
            <a:cxnSpLocks/>
            <a:stCxn id="7" idx="6"/>
            <a:endCxn id="28" idx="1"/>
          </p:cNvCxnSpPr>
          <p:nvPr/>
        </p:nvCxnSpPr>
        <p:spPr>
          <a:xfrm>
            <a:off x="1004302" y="3414486"/>
            <a:ext cx="1359584" cy="24522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5E7A9A4-2C33-7FCC-EB00-5E0EF381E318}"/>
              </a:ext>
            </a:extLst>
          </p:cNvPr>
          <p:cNvCxnSpPr>
            <a:cxnSpLocks/>
            <a:stCxn id="7" idx="6"/>
            <a:endCxn id="29" idx="1"/>
          </p:cNvCxnSpPr>
          <p:nvPr/>
        </p:nvCxnSpPr>
        <p:spPr>
          <a:xfrm>
            <a:off x="1004302" y="3414486"/>
            <a:ext cx="1359584" cy="28996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E56E205-ED87-1892-071C-8E5316F63862}"/>
              </a:ext>
            </a:extLst>
          </p:cNvPr>
          <p:cNvCxnSpPr>
            <a:cxnSpLocks/>
            <a:stCxn id="7" idx="6"/>
            <a:endCxn id="11" idx="1"/>
          </p:cNvCxnSpPr>
          <p:nvPr/>
        </p:nvCxnSpPr>
        <p:spPr>
          <a:xfrm flipV="1">
            <a:off x="1004302" y="1896626"/>
            <a:ext cx="1333875" cy="15178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C6D8D9C-96B8-9271-AD01-8427F274BC10}"/>
              </a:ext>
            </a:extLst>
          </p:cNvPr>
          <p:cNvCxnSpPr>
            <a:cxnSpLocks/>
            <a:stCxn id="7" idx="6"/>
            <a:endCxn id="10" idx="1"/>
          </p:cNvCxnSpPr>
          <p:nvPr/>
        </p:nvCxnSpPr>
        <p:spPr>
          <a:xfrm flipV="1">
            <a:off x="1004302" y="1449292"/>
            <a:ext cx="1333875" cy="1965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296477C-392C-F1B8-D178-33466FDAAC51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 flipV="1">
            <a:off x="1004302" y="1006079"/>
            <a:ext cx="1333875" cy="24084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74FD2A8-CBC6-DBF9-19F4-5D064A81AB00}"/>
              </a:ext>
            </a:extLst>
          </p:cNvPr>
          <p:cNvSpPr txBox="1"/>
          <p:nvPr/>
        </p:nvSpPr>
        <p:spPr>
          <a:xfrm>
            <a:off x="3603363" y="977370"/>
            <a:ext cx="4379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2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</a:t>
            </a:r>
            <a:r>
              <a:rPr lang="en-ES" sz="22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076B67-646F-B698-F6B9-8D75236F1F37}"/>
              </a:ext>
            </a:extLst>
          </p:cNvPr>
          <p:cNvSpPr txBox="1"/>
          <p:nvPr/>
        </p:nvSpPr>
        <p:spPr>
          <a:xfrm>
            <a:off x="3605787" y="3176433"/>
            <a:ext cx="4523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2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</a:t>
            </a:r>
            <a:r>
              <a:rPr lang="en-ES" sz="2200" i="1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endParaRPr lang="en-ES" sz="22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DB836-3748-5CF8-00A0-0DE710370557}"/>
              </a:ext>
            </a:extLst>
          </p:cNvPr>
          <p:cNvSpPr txBox="1"/>
          <p:nvPr/>
        </p:nvSpPr>
        <p:spPr>
          <a:xfrm>
            <a:off x="3621826" y="5378340"/>
            <a:ext cx="4587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2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</a:t>
            </a:r>
            <a:r>
              <a:rPr lang="en-ES" sz="2200" i="1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endParaRPr lang="en-ES" sz="22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82CE83-502A-9918-3444-E97A439ABE97}"/>
              </a:ext>
            </a:extLst>
          </p:cNvPr>
          <p:cNvSpPr txBox="1"/>
          <p:nvPr/>
        </p:nvSpPr>
        <p:spPr>
          <a:xfrm>
            <a:off x="357152" y="3103951"/>
            <a:ext cx="5894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sz="28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</a:t>
            </a:r>
            <a:r>
              <a:rPr lang="en-ES" sz="2800" i="1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</a:t>
            </a:r>
            <a:endParaRPr lang="en-ES" sz="28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62E10C-EA63-EC56-DE7E-1246DFBB4AF8}"/>
              </a:ext>
            </a:extLst>
          </p:cNvPr>
          <p:cNvSpPr txBox="1"/>
          <p:nvPr/>
        </p:nvSpPr>
        <p:spPr>
          <a:xfrm>
            <a:off x="2315471" y="410389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1F9340-8C57-63C0-AA06-C36B4301F548}"/>
              </a:ext>
            </a:extLst>
          </p:cNvPr>
          <p:cNvSpPr txBox="1"/>
          <p:nvPr/>
        </p:nvSpPr>
        <p:spPr>
          <a:xfrm>
            <a:off x="2315468" y="856702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78396C-D513-6C99-1922-D397AAC1565C}"/>
              </a:ext>
            </a:extLst>
          </p:cNvPr>
          <p:cNvSpPr txBox="1"/>
          <p:nvPr/>
        </p:nvSpPr>
        <p:spPr>
          <a:xfrm>
            <a:off x="2314853" y="1297886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C664CA-7CC8-3EDD-5D9B-0F2063E25BDB}"/>
              </a:ext>
            </a:extLst>
          </p:cNvPr>
          <p:cNvSpPr txBox="1"/>
          <p:nvPr/>
        </p:nvSpPr>
        <p:spPr>
          <a:xfrm>
            <a:off x="2315469" y="1749334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C694A8-EB9C-3EDF-708D-B53011521AE9}"/>
              </a:ext>
            </a:extLst>
          </p:cNvPr>
          <p:cNvSpPr txBox="1"/>
          <p:nvPr/>
        </p:nvSpPr>
        <p:spPr>
          <a:xfrm>
            <a:off x="2310952" y="2621034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D2A075-7B4C-0F5E-362A-2B387394FBB8}"/>
              </a:ext>
            </a:extLst>
          </p:cNvPr>
          <p:cNvSpPr txBox="1"/>
          <p:nvPr/>
        </p:nvSpPr>
        <p:spPr>
          <a:xfrm>
            <a:off x="2314852" y="3067347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AA1F1F-B0F5-66C9-3C62-A124840641FF}"/>
              </a:ext>
            </a:extLst>
          </p:cNvPr>
          <p:cNvSpPr txBox="1"/>
          <p:nvPr/>
        </p:nvSpPr>
        <p:spPr>
          <a:xfrm>
            <a:off x="2309718" y="3508531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4B3E2A-5C08-B9EA-7A91-763585F26141}"/>
              </a:ext>
            </a:extLst>
          </p:cNvPr>
          <p:cNvSpPr txBox="1"/>
          <p:nvPr/>
        </p:nvSpPr>
        <p:spPr>
          <a:xfrm>
            <a:off x="2316085" y="3959979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3830F4-02C2-13EA-8BA8-DFE0277681A5}"/>
              </a:ext>
            </a:extLst>
          </p:cNvPr>
          <p:cNvSpPr txBox="1"/>
          <p:nvPr/>
        </p:nvSpPr>
        <p:spPr>
          <a:xfrm>
            <a:off x="2327293" y="4828961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F232E9-02B9-2BF2-000C-E9F94B2FD528}"/>
              </a:ext>
            </a:extLst>
          </p:cNvPr>
          <p:cNvSpPr txBox="1"/>
          <p:nvPr/>
        </p:nvSpPr>
        <p:spPr>
          <a:xfrm>
            <a:off x="2335564" y="5281370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F20F2F-792E-0B49-4FEE-4BD8785C62EA}"/>
              </a:ext>
            </a:extLst>
          </p:cNvPr>
          <p:cNvSpPr txBox="1"/>
          <p:nvPr/>
        </p:nvSpPr>
        <p:spPr>
          <a:xfrm>
            <a:off x="2336871" y="5722899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41723A-95A3-33FC-6184-B0A65C52623D}"/>
              </a:ext>
            </a:extLst>
          </p:cNvPr>
          <p:cNvSpPr txBox="1"/>
          <p:nvPr/>
        </p:nvSpPr>
        <p:spPr>
          <a:xfrm>
            <a:off x="2332081" y="6174002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75268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5628B-8580-B6C5-FF35-9BC134838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21FC230-C17A-C440-CE2A-76010A067DFD}"/>
              </a:ext>
            </a:extLst>
          </p:cNvPr>
          <p:cNvSpPr/>
          <p:nvPr/>
        </p:nvSpPr>
        <p:spPr>
          <a:xfrm>
            <a:off x="3554795" y="939805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B4AAE00-CC34-3946-84A0-130F467853EF}"/>
              </a:ext>
            </a:extLst>
          </p:cNvPr>
          <p:cNvSpPr/>
          <p:nvPr/>
        </p:nvSpPr>
        <p:spPr>
          <a:xfrm>
            <a:off x="284302" y="3054486"/>
            <a:ext cx="720000" cy="72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DF10A1-B362-5244-FE0C-7E962C7E18A3}"/>
              </a:ext>
            </a:extLst>
          </p:cNvPr>
          <p:cNvSpPr/>
          <p:nvPr/>
        </p:nvSpPr>
        <p:spPr>
          <a:xfrm>
            <a:off x="2338177" y="415390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51C0E5-0E3E-CC93-2686-AB9382BE3F5D}"/>
              </a:ext>
            </a:extLst>
          </p:cNvPr>
          <p:cNvSpPr/>
          <p:nvPr/>
        </p:nvSpPr>
        <p:spPr>
          <a:xfrm>
            <a:off x="2338177" y="862079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355D41-8F5E-A278-8C77-A272B0485C09}"/>
              </a:ext>
            </a:extLst>
          </p:cNvPr>
          <p:cNvSpPr/>
          <p:nvPr/>
        </p:nvSpPr>
        <p:spPr>
          <a:xfrm>
            <a:off x="2338177" y="1305292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0BE357-0769-1978-C843-E053341B4C64}"/>
              </a:ext>
            </a:extLst>
          </p:cNvPr>
          <p:cNvSpPr/>
          <p:nvPr/>
        </p:nvSpPr>
        <p:spPr>
          <a:xfrm>
            <a:off x="2338177" y="175262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58D439C-870D-F0E5-112E-C21DE6032BEC}"/>
              </a:ext>
            </a:extLst>
          </p:cNvPr>
          <p:cNvSpPr/>
          <p:nvPr/>
        </p:nvSpPr>
        <p:spPr>
          <a:xfrm>
            <a:off x="3554795" y="3148542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9D00EF-588B-2313-B364-29410126E7BD}"/>
              </a:ext>
            </a:extLst>
          </p:cNvPr>
          <p:cNvSpPr/>
          <p:nvPr/>
        </p:nvSpPr>
        <p:spPr>
          <a:xfrm>
            <a:off x="2338177" y="2624127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CAB901-DD72-9118-4F1E-B562903ADC40}"/>
              </a:ext>
            </a:extLst>
          </p:cNvPr>
          <p:cNvSpPr/>
          <p:nvPr/>
        </p:nvSpPr>
        <p:spPr>
          <a:xfrm>
            <a:off x="2338177" y="307081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DFB8A7-2249-81D2-FC62-EC78ACCDB21C}"/>
              </a:ext>
            </a:extLst>
          </p:cNvPr>
          <p:cNvSpPr/>
          <p:nvPr/>
        </p:nvSpPr>
        <p:spPr>
          <a:xfrm>
            <a:off x="2338177" y="3514029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86AD74-4E7A-9620-6ECD-C320A9FAC8E9}"/>
              </a:ext>
            </a:extLst>
          </p:cNvPr>
          <p:cNvSpPr/>
          <p:nvPr/>
        </p:nvSpPr>
        <p:spPr>
          <a:xfrm>
            <a:off x="2338177" y="3961363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B6780FB-540C-C67C-6336-58B699F2355E}"/>
              </a:ext>
            </a:extLst>
          </p:cNvPr>
          <p:cNvSpPr/>
          <p:nvPr/>
        </p:nvSpPr>
        <p:spPr>
          <a:xfrm>
            <a:off x="3580504" y="5357279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FF46ED-7E8A-5053-0FED-77B22D982ED5}"/>
              </a:ext>
            </a:extLst>
          </p:cNvPr>
          <p:cNvSpPr/>
          <p:nvPr/>
        </p:nvSpPr>
        <p:spPr>
          <a:xfrm>
            <a:off x="2363886" y="4832864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83C826-CB3F-F9B3-F5D9-034642831888}"/>
              </a:ext>
            </a:extLst>
          </p:cNvPr>
          <p:cNvSpPr/>
          <p:nvPr/>
        </p:nvSpPr>
        <p:spPr>
          <a:xfrm>
            <a:off x="2363886" y="5279553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72DDB52-C95D-3F02-FDAE-0E008BD0C80E}"/>
              </a:ext>
            </a:extLst>
          </p:cNvPr>
          <p:cNvSpPr/>
          <p:nvPr/>
        </p:nvSpPr>
        <p:spPr>
          <a:xfrm>
            <a:off x="2363886" y="572276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6F76FF7-877F-5C25-2101-167F4CE66702}"/>
              </a:ext>
            </a:extLst>
          </p:cNvPr>
          <p:cNvSpPr/>
          <p:nvPr/>
        </p:nvSpPr>
        <p:spPr>
          <a:xfrm>
            <a:off x="2363886" y="6170100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A14533-4113-C417-1DD4-411A8845F4FC}"/>
              </a:ext>
            </a:extLst>
          </p:cNvPr>
          <p:cNvCxnSpPr>
            <a:cxnSpLocks/>
            <a:stCxn id="4" idx="2"/>
            <a:endCxn id="8" idx="3"/>
          </p:cNvCxnSpPr>
          <p:nvPr/>
        </p:nvCxnSpPr>
        <p:spPr>
          <a:xfrm flipH="1" flipV="1">
            <a:off x="2626177" y="559390"/>
            <a:ext cx="928618" cy="650415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2C775A0-E7D6-5725-C1AB-4899B42082ED}"/>
              </a:ext>
            </a:extLst>
          </p:cNvPr>
          <p:cNvCxnSpPr>
            <a:cxnSpLocks/>
            <a:stCxn id="4" idx="2"/>
            <a:endCxn id="11" idx="3"/>
          </p:cNvCxnSpPr>
          <p:nvPr/>
        </p:nvCxnSpPr>
        <p:spPr>
          <a:xfrm flipH="1">
            <a:off x="2626177" y="1209805"/>
            <a:ext cx="928618" cy="6868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A7388EE-870F-03A9-7B23-9FF01AB4EF7F}"/>
              </a:ext>
            </a:extLst>
          </p:cNvPr>
          <p:cNvCxnSpPr>
            <a:cxnSpLocks/>
            <a:stCxn id="4" idx="2"/>
            <a:endCxn id="10" idx="3"/>
          </p:cNvCxnSpPr>
          <p:nvPr/>
        </p:nvCxnSpPr>
        <p:spPr>
          <a:xfrm flipH="1">
            <a:off x="2626177" y="1209805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9AF3277-6596-980D-22F0-053E58360BFE}"/>
              </a:ext>
            </a:extLst>
          </p:cNvPr>
          <p:cNvCxnSpPr>
            <a:cxnSpLocks/>
            <a:stCxn id="4" idx="2"/>
            <a:endCxn id="9" idx="3"/>
          </p:cNvCxnSpPr>
          <p:nvPr/>
        </p:nvCxnSpPr>
        <p:spPr>
          <a:xfrm flipH="1" flipV="1">
            <a:off x="2626177" y="1006079"/>
            <a:ext cx="928618" cy="203726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AFA868A-EBEB-C26E-F33C-D64FBADB67C5}"/>
              </a:ext>
            </a:extLst>
          </p:cNvPr>
          <p:cNvCxnSpPr>
            <a:cxnSpLocks/>
            <a:stCxn id="20" idx="2"/>
          </p:cNvCxnSpPr>
          <p:nvPr/>
        </p:nvCxnSpPr>
        <p:spPr>
          <a:xfrm flipH="1" flipV="1">
            <a:off x="2626177" y="2767704"/>
            <a:ext cx="928618" cy="65083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77EA01E-9FB3-D0E4-79D8-4BABA4C00CA5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2626177" y="3418542"/>
            <a:ext cx="928618" cy="68639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196C5B9-496A-B8BC-7989-79D338A37B98}"/>
              </a:ext>
            </a:extLst>
          </p:cNvPr>
          <p:cNvCxnSpPr>
            <a:cxnSpLocks/>
          </p:cNvCxnSpPr>
          <p:nvPr/>
        </p:nvCxnSpPr>
        <p:spPr>
          <a:xfrm flipH="1">
            <a:off x="2626177" y="3418119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877466E-1AAB-7833-B24F-4262776B77DC}"/>
              </a:ext>
            </a:extLst>
          </p:cNvPr>
          <p:cNvCxnSpPr>
            <a:cxnSpLocks/>
          </p:cNvCxnSpPr>
          <p:nvPr/>
        </p:nvCxnSpPr>
        <p:spPr>
          <a:xfrm flipH="1" flipV="1">
            <a:off x="2626177" y="3214393"/>
            <a:ext cx="928618" cy="20372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DFD33D6-28C2-3244-23FC-0E6EFA9BC224}"/>
              </a:ext>
            </a:extLst>
          </p:cNvPr>
          <p:cNvCxnSpPr>
            <a:cxnSpLocks/>
            <a:stCxn id="25" idx="2"/>
          </p:cNvCxnSpPr>
          <p:nvPr/>
        </p:nvCxnSpPr>
        <p:spPr>
          <a:xfrm flipH="1" flipV="1">
            <a:off x="2632046" y="4968685"/>
            <a:ext cx="948458" cy="6585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1869B74-53AE-B65F-FE03-9E7DBD2022AA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2632046" y="5627279"/>
            <a:ext cx="948458" cy="678642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69D8655-9DAA-4ACD-9C31-69093723A752}"/>
              </a:ext>
            </a:extLst>
          </p:cNvPr>
          <p:cNvCxnSpPr>
            <a:cxnSpLocks/>
            <a:stCxn id="25" idx="2"/>
            <a:endCxn id="28" idx="3"/>
          </p:cNvCxnSpPr>
          <p:nvPr/>
        </p:nvCxnSpPr>
        <p:spPr>
          <a:xfrm flipH="1">
            <a:off x="2651886" y="5627279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2BDCBD3-6989-BB8F-35E6-0A5058E3B6B5}"/>
              </a:ext>
            </a:extLst>
          </p:cNvPr>
          <p:cNvCxnSpPr>
            <a:cxnSpLocks/>
            <a:stCxn id="25" idx="2"/>
            <a:endCxn id="27" idx="3"/>
          </p:cNvCxnSpPr>
          <p:nvPr/>
        </p:nvCxnSpPr>
        <p:spPr>
          <a:xfrm flipH="1" flipV="1">
            <a:off x="2651886" y="5423553"/>
            <a:ext cx="928618" cy="2037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B9E11CB-C6A2-6497-728A-350B4628DD89}"/>
              </a:ext>
            </a:extLst>
          </p:cNvPr>
          <p:cNvCxnSpPr>
            <a:cxnSpLocks/>
            <a:stCxn id="7" idx="6"/>
            <a:endCxn id="21" idx="1"/>
          </p:cNvCxnSpPr>
          <p:nvPr/>
        </p:nvCxnSpPr>
        <p:spPr>
          <a:xfrm flipV="1">
            <a:off x="1004302" y="2768127"/>
            <a:ext cx="1333875" cy="6463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56A1479-F7F8-8AFA-3855-B6DFADE00D57}"/>
              </a:ext>
            </a:extLst>
          </p:cNvPr>
          <p:cNvCxnSpPr>
            <a:cxnSpLocks/>
            <a:stCxn id="7" idx="6"/>
            <a:endCxn id="22" idx="1"/>
          </p:cNvCxnSpPr>
          <p:nvPr/>
        </p:nvCxnSpPr>
        <p:spPr>
          <a:xfrm flipV="1">
            <a:off x="1004302" y="3214816"/>
            <a:ext cx="1333875" cy="1996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E77DF51-6279-C636-FC86-5D352E3EA02C}"/>
              </a:ext>
            </a:extLst>
          </p:cNvPr>
          <p:cNvCxnSpPr>
            <a:cxnSpLocks/>
            <a:stCxn id="7" idx="6"/>
            <a:endCxn id="23" idx="1"/>
          </p:cNvCxnSpPr>
          <p:nvPr/>
        </p:nvCxnSpPr>
        <p:spPr>
          <a:xfrm>
            <a:off x="1004302" y="3414486"/>
            <a:ext cx="1333875" cy="2435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5B44C94-BC88-5B3D-592C-077EC0B82506}"/>
              </a:ext>
            </a:extLst>
          </p:cNvPr>
          <p:cNvCxnSpPr>
            <a:cxnSpLocks/>
            <a:stCxn id="7" idx="6"/>
            <a:endCxn id="24" idx="1"/>
          </p:cNvCxnSpPr>
          <p:nvPr/>
        </p:nvCxnSpPr>
        <p:spPr>
          <a:xfrm>
            <a:off x="1004302" y="3414486"/>
            <a:ext cx="1333875" cy="6908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62B885F-7651-9A87-9A3F-8A0A2EAFE8FB}"/>
              </a:ext>
            </a:extLst>
          </p:cNvPr>
          <p:cNvCxnSpPr>
            <a:cxnSpLocks/>
            <a:stCxn id="7" idx="6"/>
            <a:endCxn id="26" idx="1"/>
          </p:cNvCxnSpPr>
          <p:nvPr/>
        </p:nvCxnSpPr>
        <p:spPr>
          <a:xfrm>
            <a:off x="1004302" y="3414486"/>
            <a:ext cx="1359584" cy="1562378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B75C9EF-3FBB-BE71-CDB5-7AAA26117D70}"/>
              </a:ext>
            </a:extLst>
          </p:cNvPr>
          <p:cNvCxnSpPr>
            <a:cxnSpLocks/>
            <a:stCxn id="7" idx="6"/>
            <a:endCxn id="27" idx="1"/>
          </p:cNvCxnSpPr>
          <p:nvPr/>
        </p:nvCxnSpPr>
        <p:spPr>
          <a:xfrm>
            <a:off x="1004302" y="3414486"/>
            <a:ext cx="1359584" cy="20090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671F57B-7C60-5EFD-9DA6-3A6B2AFC309B}"/>
              </a:ext>
            </a:extLst>
          </p:cNvPr>
          <p:cNvCxnSpPr>
            <a:cxnSpLocks/>
            <a:stCxn id="7" idx="6"/>
            <a:endCxn id="28" idx="1"/>
          </p:cNvCxnSpPr>
          <p:nvPr/>
        </p:nvCxnSpPr>
        <p:spPr>
          <a:xfrm>
            <a:off x="1004302" y="3414486"/>
            <a:ext cx="1359584" cy="24522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DEBEA31-E288-B8C7-64E6-BC413B988AEC}"/>
              </a:ext>
            </a:extLst>
          </p:cNvPr>
          <p:cNvCxnSpPr>
            <a:cxnSpLocks/>
            <a:stCxn id="7" idx="6"/>
            <a:endCxn id="29" idx="1"/>
          </p:cNvCxnSpPr>
          <p:nvPr/>
        </p:nvCxnSpPr>
        <p:spPr>
          <a:xfrm>
            <a:off x="1004302" y="3414486"/>
            <a:ext cx="1359584" cy="28996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D14D254-1432-581F-FBC9-131F78498596}"/>
              </a:ext>
            </a:extLst>
          </p:cNvPr>
          <p:cNvCxnSpPr>
            <a:cxnSpLocks/>
            <a:stCxn id="7" idx="6"/>
            <a:endCxn id="11" idx="1"/>
          </p:cNvCxnSpPr>
          <p:nvPr/>
        </p:nvCxnSpPr>
        <p:spPr>
          <a:xfrm flipV="1">
            <a:off x="1004302" y="1896626"/>
            <a:ext cx="1333875" cy="15178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17BB69D-36C2-FE5C-116F-7F76C2CB646E}"/>
              </a:ext>
            </a:extLst>
          </p:cNvPr>
          <p:cNvCxnSpPr>
            <a:cxnSpLocks/>
            <a:stCxn id="7" idx="6"/>
            <a:endCxn id="10" idx="1"/>
          </p:cNvCxnSpPr>
          <p:nvPr/>
        </p:nvCxnSpPr>
        <p:spPr>
          <a:xfrm flipV="1">
            <a:off x="1004302" y="1449292"/>
            <a:ext cx="1333875" cy="1965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9681F8B-99C1-8A30-CCE7-E5314609525A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 flipV="1">
            <a:off x="1004302" y="1006079"/>
            <a:ext cx="1333875" cy="24084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DB090AD-66DC-DCAD-AE38-401367799672}"/>
              </a:ext>
            </a:extLst>
          </p:cNvPr>
          <p:cNvCxnSpPr>
            <a:cxnSpLocks/>
            <a:stCxn id="7" idx="6"/>
            <a:endCxn id="8" idx="1"/>
          </p:cNvCxnSpPr>
          <p:nvPr/>
        </p:nvCxnSpPr>
        <p:spPr>
          <a:xfrm flipV="1">
            <a:off x="1004302" y="559390"/>
            <a:ext cx="1333875" cy="2855096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1A8110E-4D49-32C4-1C26-467BA6F5AB18}"/>
              </a:ext>
            </a:extLst>
          </p:cNvPr>
          <p:cNvSpPr txBox="1"/>
          <p:nvPr/>
        </p:nvSpPr>
        <p:spPr>
          <a:xfrm>
            <a:off x="3603363" y="977370"/>
            <a:ext cx="4379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2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</a:t>
            </a:r>
            <a:r>
              <a:rPr lang="en-ES" sz="22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9FFCAF-9562-5A4D-0F86-F77554965F79}"/>
              </a:ext>
            </a:extLst>
          </p:cNvPr>
          <p:cNvSpPr txBox="1"/>
          <p:nvPr/>
        </p:nvSpPr>
        <p:spPr>
          <a:xfrm>
            <a:off x="3605787" y="3176433"/>
            <a:ext cx="4523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2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</a:t>
            </a:r>
            <a:r>
              <a:rPr lang="en-ES" sz="2200" i="1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endParaRPr lang="en-ES" sz="22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CFC7A-FC82-7288-D0AD-95F798EE3918}"/>
              </a:ext>
            </a:extLst>
          </p:cNvPr>
          <p:cNvSpPr txBox="1"/>
          <p:nvPr/>
        </p:nvSpPr>
        <p:spPr>
          <a:xfrm>
            <a:off x="3621826" y="5378340"/>
            <a:ext cx="4587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2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</a:t>
            </a:r>
            <a:r>
              <a:rPr lang="en-ES" sz="2200" i="1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endParaRPr lang="en-ES" sz="22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C661D1-D3CC-3B2A-96EA-A4EDBD674529}"/>
              </a:ext>
            </a:extLst>
          </p:cNvPr>
          <p:cNvSpPr txBox="1"/>
          <p:nvPr/>
        </p:nvSpPr>
        <p:spPr>
          <a:xfrm>
            <a:off x="357152" y="3103951"/>
            <a:ext cx="5894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sz="28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</a:t>
            </a:r>
            <a:r>
              <a:rPr lang="en-ES" sz="2800" i="1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</a:t>
            </a:r>
            <a:endParaRPr lang="en-ES" sz="28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B4FDED-389A-C92A-305E-98E198A06DD4}"/>
              </a:ext>
            </a:extLst>
          </p:cNvPr>
          <p:cNvSpPr txBox="1"/>
          <p:nvPr/>
        </p:nvSpPr>
        <p:spPr>
          <a:xfrm>
            <a:off x="2315471" y="410389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D127FF-B19C-D4C9-8737-F09DCBB7C39F}"/>
              </a:ext>
            </a:extLst>
          </p:cNvPr>
          <p:cNvSpPr txBox="1"/>
          <p:nvPr/>
        </p:nvSpPr>
        <p:spPr>
          <a:xfrm>
            <a:off x="2315468" y="856702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8B3915-7E36-6934-10A3-3A9F6BEFDA3D}"/>
              </a:ext>
            </a:extLst>
          </p:cNvPr>
          <p:cNvSpPr txBox="1"/>
          <p:nvPr/>
        </p:nvSpPr>
        <p:spPr>
          <a:xfrm>
            <a:off x="2314853" y="1297886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31A3AD-E36F-92EF-C878-251B8D6A2338}"/>
              </a:ext>
            </a:extLst>
          </p:cNvPr>
          <p:cNvSpPr txBox="1"/>
          <p:nvPr/>
        </p:nvSpPr>
        <p:spPr>
          <a:xfrm>
            <a:off x="2315469" y="1749334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04696E-69E6-ACC5-CB5C-AE313F55D7E6}"/>
              </a:ext>
            </a:extLst>
          </p:cNvPr>
          <p:cNvSpPr txBox="1"/>
          <p:nvPr/>
        </p:nvSpPr>
        <p:spPr>
          <a:xfrm>
            <a:off x="2310952" y="2621034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8B9145-C75D-5CAA-18B4-168A10C1EC7A}"/>
              </a:ext>
            </a:extLst>
          </p:cNvPr>
          <p:cNvSpPr txBox="1"/>
          <p:nvPr/>
        </p:nvSpPr>
        <p:spPr>
          <a:xfrm>
            <a:off x="2314852" y="3067347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9183FD-8BC2-03EF-F6D6-B9AF94573188}"/>
              </a:ext>
            </a:extLst>
          </p:cNvPr>
          <p:cNvSpPr txBox="1"/>
          <p:nvPr/>
        </p:nvSpPr>
        <p:spPr>
          <a:xfrm>
            <a:off x="2309718" y="3508531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3684CC-257B-ACED-BA33-4F08B226C578}"/>
              </a:ext>
            </a:extLst>
          </p:cNvPr>
          <p:cNvSpPr txBox="1"/>
          <p:nvPr/>
        </p:nvSpPr>
        <p:spPr>
          <a:xfrm>
            <a:off x="2316085" y="3959979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0F2500-E935-E24B-AC98-53C18910E248}"/>
              </a:ext>
            </a:extLst>
          </p:cNvPr>
          <p:cNvSpPr txBox="1"/>
          <p:nvPr/>
        </p:nvSpPr>
        <p:spPr>
          <a:xfrm>
            <a:off x="2327293" y="4828961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7D0581-E304-6412-F56D-3635F05E2C92}"/>
              </a:ext>
            </a:extLst>
          </p:cNvPr>
          <p:cNvSpPr txBox="1"/>
          <p:nvPr/>
        </p:nvSpPr>
        <p:spPr>
          <a:xfrm>
            <a:off x="2335564" y="5281370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D3540D-4B0A-A617-225A-C30946355337}"/>
              </a:ext>
            </a:extLst>
          </p:cNvPr>
          <p:cNvSpPr txBox="1"/>
          <p:nvPr/>
        </p:nvSpPr>
        <p:spPr>
          <a:xfrm>
            <a:off x="2336871" y="5722899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A43374-0648-EE8B-D47D-986F3BC05992}"/>
              </a:ext>
            </a:extLst>
          </p:cNvPr>
          <p:cNvSpPr txBox="1"/>
          <p:nvPr/>
        </p:nvSpPr>
        <p:spPr>
          <a:xfrm>
            <a:off x="2332081" y="6174002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44172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5A522-6F4A-6D1B-C4CA-439074DE2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D57C7D9-1E3E-C531-4B57-A9B0F60DD23A}"/>
              </a:ext>
            </a:extLst>
          </p:cNvPr>
          <p:cNvSpPr/>
          <p:nvPr/>
        </p:nvSpPr>
        <p:spPr>
          <a:xfrm>
            <a:off x="3554795" y="939805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7D0DCE-CB48-7524-6B07-EDA101D3B012}"/>
              </a:ext>
            </a:extLst>
          </p:cNvPr>
          <p:cNvSpPr/>
          <p:nvPr/>
        </p:nvSpPr>
        <p:spPr>
          <a:xfrm>
            <a:off x="284302" y="3054486"/>
            <a:ext cx="720000" cy="72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B25704-CF75-AB1D-ECC4-6624A5A662E3}"/>
              </a:ext>
            </a:extLst>
          </p:cNvPr>
          <p:cNvSpPr/>
          <p:nvPr/>
        </p:nvSpPr>
        <p:spPr>
          <a:xfrm>
            <a:off x="2338177" y="415390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5BD213-D76E-9B0D-69FD-D0E298EEB862}"/>
              </a:ext>
            </a:extLst>
          </p:cNvPr>
          <p:cNvSpPr/>
          <p:nvPr/>
        </p:nvSpPr>
        <p:spPr>
          <a:xfrm>
            <a:off x="2338177" y="862079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17E359-1984-677D-2DF1-8DBFA5398D91}"/>
              </a:ext>
            </a:extLst>
          </p:cNvPr>
          <p:cNvSpPr/>
          <p:nvPr/>
        </p:nvSpPr>
        <p:spPr>
          <a:xfrm>
            <a:off x="2338177" y="1305292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C2B2E1-450B-C4F6-5A0A-2910866DEE17}"/>
              </a:ext>
            </a:extLst>
          </p:cNvPr>
          <p:cNvSpPr/>
          <p:nvPr/>
        </p:nvSpPr>
        <p:spPr>
          <a:xfrm>
            <a:off x="2338177" y="175262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ED8816C-A016-1BD2-5A35-6303D6497E52}"/>
              </a:ext>
            </a:extLst>
          </p:cNvPr>
          <p:cNvSpPr/>
          <p:nvPr/>
        </p:nvSpPr>
        <p:spPr>
          <a:xfrm>
            <a:off x="3554795" y="3148542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CFD1BB-9D00-883B-CF5A-4352322161DA}"/>
              </a:ext>
            </a:extLst>
          </p:cNvPr>
          <p:cNvSpPr/>
          <p:nvPr/>
        </p:nvSpPr>
        <p:spPr>
          <a:xfrm>
            <a:off x="2338177" y="2624127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42E1D2-888F-8EA3-611F-350DC38BCADD}"/>
              </a:ext>
            </a:extLst>
          </p:cNvPr>
          <p:cNvSpPr/>
          <p:nvPr/>
        </p:nvSpPr>
        <p:spPr>
          <a:xfrm>
            <a:off x="2338177" y="307081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0A6399-A144-9C8C-70E6-7046FCE62D92}"/>
              </a:ext>
            </a:extLst>
          </p:cNvPr>
          <p:cNvSpPr/>
          <p:nvPr/>
        </p:nvSpPr>
        <p:spPr>
          <a:xfrm>
            <a:off x="2338177" y="3514029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309AD4-0A8F-D5C8-80EA-EA6A9EE54CBF}"/>
              </a:ext>
            </a:extLst>
          </p:cNvPr>
          <p:cNvSpPr/>
          <p:nvPr/>
        </p:nvSpPr>
        <p:spPr>
          <a:xfrm>
            <a:off x="2338177" y="3961363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A5F2060-84DD-4AAE-49C6-0CA71AD724C0}"/>
              </a:ext>
            </a:extLst>
          </p:cNvPr>
          <p:cNvSpPr/>
          <p:nvPr/>
        </p:nvSpPr>
        <p:spPr>
          <a:xfrm>
            <a:off x="3580504" y="5357279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7D7F51-01B1-5B60-DBFB-48BA68674BA1}"/>
              </a:ext>
            </a:extLst>
          </p:cNvPr>
          <p:cNvSpPr/>
          <p:nvPr/>
        </p:nvSpPr>
        <p:spPr>
          <a:xfrm>
            <a:off x="2363886" y="4832864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BDBE15-BBF0-0A24-2FFF-C7F36EDDE2FE}"/>
              </a:ext>
            </a:extLst>
          </p:cNvPr>
          <p:cNvSpPr/>
          <p:nvPr/>
        </p:nvSpPr>
        <p:spPr>
          <a:xfrm>
            <a:off x="2363886" y="5279553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3D595E9-23AB-3DE1-70F0-97567B79A82E}"/>
              </a:ext>
            </a:extLst>
          </p:cNvPr>
          <p:cNvSpPr/>
          <p:nvPr/>
        </p:nvSpPr>
        <p:spPr>
          <a:xfrm>
            <a:off x="2363886" y="572276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75E011-060D-C5E8-417F-179A8EFFF157}"/>
              </a:ext>
            </a:extLst>
          </p:cNvPr>
          <p:cNvSpPr/>
          <p:nvPr/>
        </p:nvSpPr>
        <p:spPr>
          <a:xfrm>
            <a:off x="2363886" y="6170100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838A4DA-8B34-5B17-C2CE-5439ABA2CAF8}"/>
              </a:ext>
            </a:extLst>
          </p:cNvPr>
          <p:cNvCxnSpPr>
            <a:cxnSpLocks/>
            <a:stCxn id="4" idx="2"/>
            <a:endCxn id="8" idx="3"/>
          </p:cNvCxnSpPr>
          <p:nvPr/>
        </p:nvCxnSpPr>
        <p:spPr>
          <a:xfrm flipH="1" flipV="1">
            <a:off x="2626177" y="559390"/>
            <a:ext cx="928618" cy="65041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C21B4F3-DD7B-C274-7945-9D815C31C5E5}"/>
              </a:ext>
            </a:extLst>
          </p:cNvPr>
          <p:cNvCxnSpPr>
            <a:cxnSpLocks/>
            <a:stCxn id="4" idx="2"/>
            <a:endCxn id="11" idx="3"/>
          </p:cNvCxnSpPr>
          <p:nvPr/>
        </p:nvCxnSpPr>
        <p:spPr>
          <a:xfrm flipH="1">
            <a:off x="2626177" y="1209805"/>
            <a:ext cx="928618" cy="6868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7C30BDC-26D5-C5D6-F6AA-29F2CE3BCE9F}"/>
              </a:ext>
            </a:extLst>
          </p:cNvPr>
          <p:cNvCxnSpPr>
            <a:cxnSpLocks/>
            <a:stCxn id="4" idx="2"/>
            <a:endCxn id="10" idx="3"/>
          </p:cNvCxnSpPr>
          <p:nvPr/>
        </p:nvCxnSpPr>
        <p:spPr>
          <a:xfrm flipH="1">
            <a:off x="2626177" y="1209805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36622F9-2CCE-C893-F040-C3CCA39CA281}"/>
              </a:ext>
            </a:extLst>
          </p:cNvPr>
          <p:cNvCxnSpPr>
            <a:cxnSpLocks/>
            <a:stCxn id="4" idx="2"/>
            <a:endCxn id="9" idx="3"/>
          </p:cNvCxnSpPr>
          <p:nvPr/>
        </p:nvCxnSpPr>
        <p:spPr>
          <a:xfrm flipH="1" flipV="1">
            <a:off x="2626177" y="1006079"/>
            <a:ext cx="928618" cy="20372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188C113-B755-B591-C563-41679180C6A1}"/>
              </a:ext>
            </a:extLst>
          </p:cNvPr>
          <p:cNvCxnSpPr>
            <a:cxnSpLocks/>
            <a:stCxn id="20" idx="2"/>
          </p:cNvCxnSpPr>
          <p:nvPr/>
        </p:nvCxnSpPr>
        <p:spPr>
          <a:xfrm flipH="1" flipV="1">
            <a:off x="2626177" y="2767704"/>
            <a:ext cx="928618" cy="65083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A3AAD75-16A8-5393-97D1-E5537A9CD2C5}"/>
              </a:ext>
            </a:extLst>
          </p:cNvPr>
          <p:cNvCxnSpPr>
            <a:cxnSpLocks/>
          </p:cNvCxnSpPr>
          <p:nvPr/>
        </p:nvCxnSpPr>
        <p:spPr>
          <a:xfrm flipH="1">
            <a:off x="2626177" y="3418119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5824559-2CC5-E125-4E3A-A524A1A47DA2}"/>
              </a:ext>
            </a:extLst>
          </p:cNvPr>
          <p:cNvCxnSpPr>
            <a:cxnSpLocks/>
          </p:cNvCxnSpPr>
          <p:nvPr/>
        </p:nvCxnSpPr>
        <p:spPr>
          <a:xfrm flipH="1" flipV="1">
            <a:off x="2626177" y="3214393"/>
            <a:ext cx="928618" cy="20372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70CC8F4-4814-8B0B-6AA2-59E31711C5BB}"/>
              </a:ext>
            </a:extLst>
          </p:cNvPr>
          <p:cNvCxnSpPr>
            <a:cxnSpLocks/>
            <a:stCxn id="25" idx="2"/>
          </p:cNvCxnSpPr>
          <p:nvPr/>
        </p:nvCxnSpPr>
        <p:spPr>
          <a:xfrm flipH="1" flipV="1">
            <a:off x="2632046" y="4968685"/>
            <a:ext cx="948458" cy="6585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9825DCE-0A77-C115-A209-5AD6F56491C5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2632046" y="5627279"/>
            <a:ext cx="948458" cy="67864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EED656F-F549-208F-A850-9E457F2F2BAA}"/>
              </a:ext>
            </a:extLst>
          </p:cNvPr>
          <p:cNvCxnSpPr>
            <a:cxnSpLocks/>
            <a:stCxn id="25" idx="2"/>
            <a:endCxn id="28" idx="3"/>
          </p:cNvCxnSpPr>
          <p:nvPr/>
        </p:nvCxnSpPr>
        <p:spPr>
          <a:xfrm flipH="1">
            <a:off x="2651886" y="5627279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C453FC3-F469-2219-40F8-37105A2C7C41}"/>
              </a:ext>
            </a:extLst>
          </p:cNvPr>
          <p:cNvCxnSpPr>
            <a:cxnSpLocks/>
            <a:stCxn id="7" idx="6"/>
            <a:endCxn id="22" idx="1"/>
          </p:cNvCxnSpPr>
          <p:nvPr/>
        </p:nvCxnSpPr>
        <p:spPr>
          <a:xfrm flipV="1">
            <a:off x="1004302" y="3214816"/>
            <a:ext cx="1333875" cy="1996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7952434-8D90-8666-B405-FFD019072003}"/>
              </a:ext>
            </a:extLst>
          </p:cNvPr>
          <p:cNvCxnSpPr>
            <a:cxnSpLocks/>
            <a:stCxn id="7" idx="6"/>
            <a:endCxn id="23" idx="1"/>
          </p:cNvCxnSpPr>
          <p:nvPr/>
        </p:nvCxnSpPr>
        <p:spPr>
          <a:xfrm>
            <a:off x="1004302" y="3414486"/>
            <a:ext cx="1333875" cy="2435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9709EA1-8C47-38AE-0EBE-D26E834C6641}"/>
              </a:ext>
            </a:extLst>
          </p:cNvPr>
          <p:cNvCxnSpPr>
            <a:cxnSpLocks/>
            <a:stCxn id="7" idx="6"/>
            <a:endCxn id="24" idx="1"/>
          </p:cNvCxnSpPr>
          <p:nvPr/>
        </p:nvCxnSpPr>
        <p:spPr>
          <a:xfrm>
            <a:off x="1004302" y="3414486"/>
            <a:ext cx="1333875" cy="6908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1862734-9153-0E76-22BB-6CC336277BEC}"/>
              </a:ext>
            </a:extLst>
          </p:cNvPr>
          <p:cNvCxnSpPr>
            <a:cxnSpLocks/>
            <a:stCxn id="7" idx="6"/>
            <a:endCxn id="27" idx="1"/>
          </p:cNvCxnSpPr>
          <p:nvPr/>
        </p:nvCxnSpPr>
        <p:spPr>
          <a:xfrm>
            <a:off x="1004302" y="3414486"/>
            <a:ext cx="1359584" cy="20090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74BA3F4-8223-5064-D4C2-48040A523550}"/>
              </a:ext>
            </a:extLst>
          </p:cNvPr>
          <p:cNvCxnSpPr>
            <a:cxnSpLocks/>
            <a:stCxn id="7" idx="6"/>
            <a:endCxn id="28" idx="1"/>
          </p:cNvCxnSpPr>
          <p:nvPr/>
        </p:nvCxnSpPr>
        <p:spPr>
          <a:xfrm>
            <a:off x="1004302" y="3414486"/>
            <a:ext cx="1359584" cy="24522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1F722C8-6F62-6BF6-1F65-737EF9C27EB0}"/>
              </a:ext>
            </a:extLst>
          </p:cNvPr>
          <p:cNvCxnSpPr>
            <a:cxnSpLocks/>
            <a:stCxn id="7" idx="6"/>
            <a:endCxn id="29" idx="1"/>
          </p:cNvCxnSpPr>
          <p:nvPr/>
        </p:nvCxnSpPr>
        <p:spPr>
          <a:xfrm>
            <a:off x="1004302" y="3414486"/>
            <a:ext cx="1359584" cy="28996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F2CC2AB-0130-E2AC-33D6-2029D0216E89}"/>
              </a:ext>
            </a:extLst>
          </p:cNvPr>
          <p:cNvCxnSpPr>
            <a:cxnSpLocks/>
            <a:stCxn id="7" idx="6"/>
            <a:endCxn id="10" idx="1"/>
          </p:cNvCxnSpPr>
          <p:nvPr/>
        </p:nvCxnSpPr>
        <p:spPr>
          <a:xfrm flipV="1">
            <a:off x="1004302" y="1449292"/>
            <a:ext cx="1333875" cy="1965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8E227BE-6AB3-3477-D361-88B76F4FC4FB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 flipV="1">
            <a:off x="1004302" y="1006079"/>
            <a:ext cx="1333875" cy="24084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F54E51A-4FF0-D2D5-164D-5890913F17E6}"/>
              </a:ext>
            </a:extLst>
          </p:cNvPr>
          <p:cNvCxnSpPr>
            <a:cxnSpLocks/>
            <a:stCxn id="7" idx="6"/>
            <a:endCxn id="8" idx="1"/>
          </p:cNvCxnSpPr>
          <p:nvPr/>
        </p:nvCxnSpPr>
        <p:spPr>
          <a:xfrm flipV="1">
            <a:off x="1004302" y="559390"/>
            <a:ext cx="1333875" cy="285509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8128C25-7728-070E-5FF7-62B9631E70DF}"/>
              </a:ext>
            </a:extLst>
          </p:cNvPr>
          <p:cNvSpPr txBox="1"/>
          <p:nvPr/>
        </p:nvSpPr>
        <p:spPr>
          <a:xfrm>
            <a:off x="3552563" y="1018010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β</a:t>
            </a:r>
            <a:r>
              <a:rPr lang="el-GR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</a:t>
            </a:r>
            <a:r>
              <a:rPr lang="es-ES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</a:t>
            </a:r>
            <a:r>
              <a:rPr lang="en-ES" sz="22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A7A2FC-DF08-52AB-7BCD-CA54516F6CE6}"/>
              </a:ext>
            </a:extLst>
          </p:cNvPr>
          <p:cNvSpPr txBox="1"/>
          <p:nvPr/>
        </p:nvSpPr>
        <p:spPr>
          <a:xfrm>
            <a:off x="2315471" y="410389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2E83D9-2377-04D2-A36A-1440EACAA51B}"/>
              </a:ext>
            </a:extLst>
          </p:cNvPr>
          <p:cNvSpPr txBox="1"/>
          <p:nvPr/>
        </p:nvSpPr>
        <p:spPr>
          <a:xfrm>
            <a:off x="2315468" y="856702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E1A190-0D73-1E2B-CC97-BAA6FB5C0CF4}"/>
              </a:ext>
            </a:extLst>
          </p:cNvPr>
          <p:cNvSpPr txBox="1"/>
          <p:nvPr/>
        </p:nvSpPr>
        <p:spPr>
          <a:xfrm>
            <a:off x="2314853" y="1297886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1E4036-7AA5-C37C-E283-1BBAF3727D30}"/>
              </a:ext>
            </a:extLst>
          </p:cNvPr>
          <p:cNvSpPr txBox="1"/>
          <p:nvPr/>
        </p:nvSpPr>
        <p:spPr>
          <a:xfrm>
            <a:off x="2315469" y="1749334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DD015A-99CB-F5FC-4B19-6C347370DD41}"/>
              </a:ext>
            </a:extLst>
          </p:cNvPr>
          <p:cNvSpPr txBox="1"/>
          <p:nvPr/>
        </p:nvSpPr>
        <p:spPr>
          <a:xfrm>
            <a:off x="2310952" y="2621034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F84202-571B-5AC2-C5C1-D4839CA8CA17}"/>
              </a:ext>
            </a:extLst>
          </p:cNvPr>
          <p:cNvSpPr txBox="1"/>
          <p:nvPr/>
        </p:nvSpPr>
        <p:spPr>
          <a:xfrm>
            <a:off x="2314852" y="3067347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C654F9-B993-1BE7-FFD4-256B54D773A3}"/>
              </a:ext>
            </a:extLst>
          </p:cNvPr>
          <p:cNvSpPr txBox="1"/>
          <p:nvPr/>
        </p:nvSpPr>
        <p:spPr>
          <a:xfrm>
            <a:off x="2309718" y="3508531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182D03-3407-CFB2-0AFE-FB80F02D7F14}"/>
              </a:ext>
            </a:extLst>
          </p:cNvPr>
          <p:cNvSpPr txBox="1"/>
          <p:nvPr/>
        </p:nvSpPr>
        <p:spPr>
          <a:xfrm>
            <a:off x="2316085" y="3959979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2970F5-1E29-75B3-B4A4-94C8042CDC32}"/>
              </a:ext>
            </a:extLst>
          </p:cNvPr>
          <p:cNvSpPr txBox="1"/>
          <p:nvPr/>
        </p:nvSpPr>
        <p:spPr>
          <a:xfrm>
            <a:off x="2327293" y="4828961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C9221F-9056-56E6-DA9B-2266BB48D428}"/>
              </a:ext>
            </a:extLst>
          </p:cNvPr>
          <p:cNvSpPr txBox="1"/>
          <p:nvPr/>
        </p:nvSpPr>
        <p:spPr>
          <a:xfrm>
            <a:off x="2335564" y="5281370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B0BD1F-3688-2850-1E13-0A12277A1267}"/>
              </a:ext>
            </a:extLst>
          </p:cNvPr>
          <p:cNvSpPr txBox="1"/>
          <p:nvPr/>
        </p:nvSpPr>
        <p:spPr>
          <a:xfrm>
            <a:off x="2336871" y="5722899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770AB03-8A74-CD6A-7EC9-BF5671129B31}"/>
              </a:ext>
            </a:extLst>
          </p:cNvPr>
          <p:cNvSpPr txBox="1"/>
          <p:nvPr/>
        </p:nvSpPr>
        <p:spPr>
          <a:xfrm>
            <a:off x="2332081" y="6174002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D6EB45-DF05-B817-CBA0-A5E67068AF13}"/>
              </a:ext>
            </a:extLst>
          </p:cNvPr>
          <p:cNvSpPr txBox="1"/>
          <p:nvPr/>
        </p:nvSpPr>
        <p:spPr>
          <a:xfrm>
            <a:off x="3540445" y="321670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β</a:t>
            </a:r>
            <a:r>
              <a:rPr lang="el-GR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</a:t>
            </a:r>
            <a:r>
              <a:rPr lang="es-ES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</a:t>
            </a:r>
            <a:r>
              <a:rPr lang="en-ES" sz="22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D2474C3-E9CF-23E8-640C-52B88D7FD314}"/>
              </a:ext>
            </a:extLst>
          </p:cNvPr>
          <p:cNvSpPr txBox="1"/>
          <p:nvPr/>
        </p:nvSpPr>
        <p:spPr>
          <a:xfrm>
            <a:off x="3562278" y="5420037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β</a:t>
            </a:r>
            <a:r>
              <a:rPr lang="el-GR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</a:t>
            </a:r>
            <a:r>
              <a:rPr lang="es-ES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,R</a:t>
            </a:r>
            <a:endParaRPr lang="en-ES" sz="22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C4E7788-8C77-DA7C-92A1-5C3EA4CE440C}"/>
              </a:ext>
            </a:extLst>
          </p:cNvPr>
          <p:cNvSpPr txBox="1"/>
          <p:nvPr/>
        </p:nvSpPr>
        <p:spPr>
          <a:xfrm>
            <a:off x="273047" y="3124326"/>
            <a:ext cx="76815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β</a:t>
            </a:r>
            <a:r>
              <a:rPr lang="el-GR" sz="26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</a:t>
            </a:r>
            <a:r>
              <a:rPr lang="es-ES" sz="26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</a:t>
            </a:r>
            <a:r>
              <a:rPr lang="en-ES" sz="26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712911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ED516-9F8D-993C-912D-B43E79C66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515D988-6F36-9A4B-2624-CCD43B99DB1E}"/>
              </a:ext>
            </a:extLst>
          </p:cNvPr>
          <p:cNvSpPr/>
          <p:nvPr/>
        </p:nvSpPr>
        <p:spPr>
          <a:xfrm>
            <a:off x="3554795" y="939805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F0B0DC-F716-68E8-78A1-BA1EBC3F0BF8}"/>
              </a:ext>
            </a:extLst>
          </p:cNvPr>
          <p:cNvSpPr/>
          <p:nvPr/>
        </p:nvSpPr>
        <p:spPr>
          <a:xfrm>
            <a:off x="284302" y="3054486"/>
            <a:ext cx="720000" cy="72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077916-0517-638E-8FCD-AA5D859CBD04}"/>
              </a:ext>
            </a:extLst>
          </p:cNvPr>
          <p:cNvSpPr/>
          <p:nvPr/>
        </p:nvSpPr>
        <p:spPr>
          <a:xfrm>
            <a:off x="2338177" y="415390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41E625-E7B4-730C-D7D2-1F59503CD57E}"/>
              </a:ext>
            </a:extLst>
          </p:cNvPr>
          <p:cNvSpPr/>
          <p:nvPr/>
        </p:nvSpPr>
        <p:spPr>
          <a:xfrm>
            <a:off x="2338177" y="862079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567DC5-BD70-2FFE-6E6F-037B2D80C759}"/>
              </a:ext>
            </a:extLst>
          </p:cNvPr>
          <p:cNvSpPr/>
          <p:nvPr/>
        </p:nvSpPr>
        <p:spPr>
          <a:xfrm>
            <a:off x="2338177" y="1305292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B7C6D9-F79D-8170-F9FA-2BAB4200C4C1}"/>
              </a:ext>
            </a:extLst>
          </p:cNvPr>
          <p:cNvSpPr/>
          <p:nvPr/>
        </p:nvSpPr>
        <p:spPr>
          <a:xfrm>
            <a:off x="2338177" y="175262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F477A56-2121-1A84-DCA0-D8167D124209}"/>
              </a:ext>
            </a:extLst>
          </p:cNvPr>
          <p:cNvSpPr/>
          <p:nvPr/>
        </p:nvSpPr>
        <p:spPr>
          <a:xfrm>
            <a:off x="3554795" y="3148542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65FB4D-D2CA-9D7B-4E2A-3D73D85097AD}"/>
              </a:ext>
            </a:extLst>
          </p:cNvPr>
          <p:cNvSpPr/>
          <p:nvPr/>
        </p:nvSpPr>
        <p:spPr>
          <a:xfrm>
            <a:off x="2338177" y="2624127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54E9FE-8F08-20C9-9508-AAEC389E0D26}"/>
              </a:ext>
            </a:extLst>
          </p:cNvPr>
          <p:cNvSpPr/>
          <p:nvPr/>
        </p:nvSpPr>
        <p:spPr>
          <a:xfrm>
            <a:off x="2338177" y="307081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A35EEA-DE9D-B6EC-1F3C-EF7F722E6847}"/>
              </a:ext>
            </a:extLst>
          </p:cNvPr>
          <p:cNvSpPr/>
          <p:nvPr/>
        </p:nvSpPr>
        <p:spPr>
          <a:xfrm>
            <a:off x="2338177" y="3514029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06A145-4F2B-6D74-F08A-9F3E0E7689D9}"/>
              </a:ext>
            </a:extLst>
          </p:cNvPr>
          <p:cNvSpPr/>
          <p:nvPr/>
        </p:nvSpPr>
        <p:spPr>
          <a:xfrm>
            <a:off x="2338177" y="3961363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FB47A2D-4892-907F-B395-757422A29C26}"/>
              </a:ext>
            </a:extLst>
          </p:cNvPr>
          <p:cNvSpPr/>
          <p:nvPr/>
        </p:nvSpPr>
        <p:spPr>
          <a:xfrm>
            <a:off x="3580504" y="5357279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83B098-ED90-E0F1-C493-07FFB204AD24}"/>
              </a:ext>
            </a:extLst>
          </p:cNvPr>
          <p:cNvSpPr/>
          <p:nvPr/>
        </p:nvSpPr>
        <p:spPr>
          <a:xfrm>
            <a:off x="2363886" y="4832864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8B7A55-75A0-05BA-0F55-2EBDCF7BF718}"/>
              </a:ext>
            </a:extLst>
          </p:cNvPr>
          <p:cNvSpPr/>
          <p:nvPr/>
        </p:nvSpPr>
        <p:spPr>
          <a:xfrm>
            <a:off x="2363886" y="5279553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5B9813-6A65-6A9E-0926-BE51AF8E8989}"/>
              </a:ext>
            </a:extLst>
          </p:cNvPr>
          <p:cNvSpPr/>
          <p:nvPr/>
        </p:nvSpPr>
        <p:spPr>
          <a:xfrm>
            <a:off x="2363886" y="572276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DB1A023-8C2D-2465-60CF-081293D45F0F}"/>
              </a:ext>
            </a:extLst>
          </p:cNvPr>
          <p:cNvSpPr/>
          <p:nvPr/>
        </p:nvSpPr>
        <p:spPr>
          <a:xfrm>
            <a:off x="2363886" y="6170100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045127A-423F-5C1C-A374-4B586115ECAB}"/>
              </a:ext>
            </a:extLst>
          </p:cNvPr>
          <p:cNvCxnSpPr>
            <a:cxnSpLocks/>
            <a:stCxn id="4" idx="2"/>
            <a:endCxn id="8" idx="3"/>
          </p:cNvCxnSpPr>
          <p:nvPr/>
        </p:nvCxnSpPr>
        <p:spPr>
          <a:xfrm flipH="1" flipV="1">
            <a:off x="2626177" y="559390"/>
            <a:ext cx="928618" cy="65041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A6E1B5A-48C0-4ABD-88E3-8DCA46C932C7}"/>
              </a:ext>
            </a:extLst>
          </p:cNvPr>
          <p:cNvCxnSpPr>
            <a:cxnSpLocks/>
            <a:stCxn id="4" idx="2"/>
            <a:endCxn id="11" idx="3"/>
          </p:cNvCxnSpPr>
          <p:nvPr/>
        </p:nvCxnSpPr>
        <p:spPr>
          <a:xfrm flipH="1">
            <a:off x="2626177" y="1209805"/>
            <a:ext cx="928618" cy="6868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046DD92-79AD-27B2-1FBB-10E89607DD74}"/>
              </a:ext>
            </a:extLst>
          </p:cNvPr>
          <p:cNvCxnSpPr>
            <a:cxnSpLocks/>
            <a:stCxn id="4" idx="2"/>
            <a:endCxn id="10" idx="3"/>
          </p:cNvCxnSpPr>
          <p:nvPr/>
        </p:nvCxnSpPr>
        <p:spPr>
          <a:xfrm flipH="1">
            <a:off x="2626177" y="1209805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55E7438-F7AD-7640-8E4C-769D50C0F12E}"/>
              </a:ext>
            </a:extLst>
          </p:cNvPr>
          <p:cNvCxnSpPr>
            <a:cxnSpLocks/>
            <a:stCxn id="4" idx="2"/>
            <a:endCxn id="9" idx="3"/>
          </p:cNvCxnSpPr>
          <p:nvPr/>
        </p:nvCxnSpPr>
        <p:spPr>
          <a:xfrm flipH="1" flipV="1">
            <a:off x="2626177" y="1006079"/>
            <a:ext cx="928618" cy="20372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FA48393-D3E7-7754-B7FD-1855F4730D34}"/>
              </a:ext>
            </a:extLst>
          </p:cNvPr>
          <p:cNvCxnSpPr>
            <a:cxnSpLocks/>
            <a:stCxn id="20" idx="2"/>
          </p:cNvCxnSpPr>
          <p:nvPr/>
        </p:nvCxnSpPr>
        <p:spPr>
          <a:xfrm flipH="1" flipV="1">
            <a:off x="2626177" y="2767704"/>
            <a:ext cx="928618" cy="65083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E9D93E2-1331-9D53-A116-ED2B09E1EB85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2626177" y="3418542"/>
            <a:ext cx="928618" cy="686398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B41D95A-1803-C257-09F4-7D5ECEB184AC}"/>
              </a:ext>
            </a:extLst>
          </p:cNvPr>
          <p:cNvCxnSpPr>
            <a:cxnSpLocks/>
          </p:cNvCxnSpPr>
          <p:nvPr/>
        </p:nvCxnSpPr>
        <p:spPr>
          <a:xfrm flipH="1">
            <a:off x="2626177" y="3418119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72DE999-BAB9-5C4E-B661-56C40B19E24C}"/>
              </a:ext>
            </a:extLst>
          </p:cNvPr>
          <p:cNvCxnSpPr>
            <a:cxnSpLocks/>
          </p:cNvCxnSpPr>
          <p:nvPr/>
        </p:nvCxnSpPr>
        <p:spPr>
          <a:xfrm flipH="1" flipV="1">
            <a:off x="2626177" y="3214393"/>
            <a:ext cx="928618" cy="20372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E6B706C-0888-EEB5-7D94-FF43B76F34D1}"/>
              </a:ext>
            </a:extLst>
          </p:cNvPr>
          <p:cNvCxnSpPr>
            <a:cxnSpLocks/>
            <a:stCxn id="25" idx="2"/>
          </p:cNvCxnSpPr>
          <p:nvPr/>
        </p:nvCxnSpPr>
        <p:spPr>
          <a:xfrm flipH="1" flipV="1">
            <a:off x="2632046" y="4968685"/>
            <a:ext cx="948458" cy="6585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3698B55-6B40-F1E7-12E6-46FB62A812D4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2632046" y="5627279"/>
            <a:ext cx="948458" cy="67864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FA0BD3F-4CA4-3636-A196-19F2173C333B}"/>
              </a:ext>
            </a:extLst>
          </p:cNvPr>
          <p:cNvCxnSpPr>
            <a:cxnSpLocks/>
            <a:stCxn id="25" idx="2"/>
            <a:endCxn id="28" idx="3"/>
          </p:cNvCxnSpPr>
          <p:nvPr/>
        </p:nvCxnSpPr>
        <p:spPr>
          <a:xfrm flipH="1">
            <a:off x="2651886" y="5627279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2FAF162-D98A-CDE7-3AC3-05EB6A177CCD}"/>
              </a:ext>
            </a:extLst>
          </p:cNvPr>
          <p:cNvCxnSpPr>
            <a:cxnSpLocks/>
            <a:stCxn id="25" idx="2"/>
            <a:endCxn id="27" idx="3"/>
          </p:cNvCxnSpPr>
          <p:nvPr/>
        </p:nvCxnSpPr>
        <p:spPr>
          <a:xfrm flipH="1" flipV="1">
            <a:off x="2651886" y="5423553"/>
            <a:ext cx="928618" cy="203726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3EB615F-538D-2EF5-8DC7-56B0CE7CD1DB}"/>
              </a:ext>
            </a:extLst>
          </p:cNvPr>
          <p:cNvCxnSpPr>
            <a:cxnSpLocks/>
            <a:stCxn id="7" idx="6"/>
            <a:endCxn id="21" idx="1"/>
          </p:cNvCxnSpPr>
          <p:nvPr/>
        </p:nvCxnSpPr>
        <p:spPr>
          <a:xfrm flipV="1">
            <a:off x="1004302" y="2768127"/>
            <a:ext cx="1333875" cy="646359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EC3417E-701F-719E-2473-FCA43DF0FE73}"/>
              </a:ext>
            </a:extLst>
          </p:cNvPr>
          <p:cNvCxnSpPr>
            <a:cxnSpLocks/>
            <a:stCxn id="7" idx="6"/>
            <a:endCxn id="22" idx="1"/>
          </p:cNvCxnSpPr>
          <p:nvPr/>
        </p:nvCxnSpPr>
        <p:spPr>
          <a:xfrm flipV="1">
            <a:off x="1004302" y="3214816"/>
            <a:ext cx="1333875" cy="1996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041301E-80FF-CF87-3DD9-F5336ED3928F}"/>
              </a:ext>
            </a:extLst>
          </p:cNvPr>
          <p:cNvCxnSpPr>
            <a:cxnSpLocks/>
            <a:stCxn id="7" idx="6"/>
            <a:endCxn id="23" idx="1"/>
          </p:cNvCxnSpPr>
          <p:nvPr/>
        </p:nvCxnSpPr>
        <p:spPr>
          <a:xfrm>
            <a:off x="1004302" y="3414486"/>
            <a:ext cx="1333875" cy="2435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25CED60-6816-8E35-12C5-FBB24FF1216E}"/>
              </a:ext>
            </a:extLst>
          </p:cNvPr>
          <p:cNvCxnSpPr>
            <a:cxnSpLocks/>
            <a:stCxn id="7" idx="6"/>
            <a:endCxn id="24" idx="1"/>
          </p:cNvCxnSpPr>
          <p:nvPr/>
        </p:nvCxnSpPr>
        <p:spPr>
          <a:xfrm>
            <a:off x="1004302" y="3414486"/>
            <a:ext cx="1333875" cy="6908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897BE6F-400F-F832-CCF5-88BAB583B272}"/>
              </a:ext>
            </a:extLst>
          </p:cNvPr>
          <p:cNvCxnSpPr>
            <a:cxnSpLocks/>
            <a:stCxn id="7" idx="6"/>
            <a:endCxn id="26" idx="1"/>
          </p:cNvCxnSpPr>
          <p:nvPr/>
        </p:nvCxnSpPr>
        <p:spPr>
          <a:xfrm>
            <a:off x="1004302" y="3414486"/>
            <a:ext cx="1359584" cy="1562378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E326DA9-5CCB-A778-E49F-107350092FB4}"/>
              </a:ext>
            </a:extLst>
          </p:cNvPr>
          <p:cNvCxnSpPr>
            <a:cxnSpLocks/>
            <a:stCxn id="7" idx="6"/>
            <a:endCxn id="27" idx="1"/>
          </p:cNvCxnSpPr>
          <p:nvPr/>
        </p:nvCxnSpPr>
        <p:spPr>
          <a:xfrm>
            <a:off x="1004302" y="3414486"/>
            <a:ext cx="1359584" cy="20090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A9578C8-96C6-679C-AC90-63EB3D3271C2}"/>
              </a:ext>
            </a:extLst>
          </p:cNvPr>
          <p:cNvCxnSpPr>
            <a:cxnSpLocks/>
            <a:stCxn id="7" idx="6"/>
            <a:endCxn id="28" idx="1"/>
          </p:cNvCxnSpPr>
          <p:nvPr/>
        </p:nvCxnSpPr>
        <p:spPr>
          <a:xfrm>
            <a:off x="1004302" y="3414486"/>
            <a:ext cx="1359584" cy="24522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E856882-4C4E-2F60-F8B4-3EA7B7806C36}"/>
              </a:ext>
            </a:extLst>
          </p:cNvPr>
          <p:cNvCxnSpPr>
            <a:cxnSpLocks/>
            <a:stCxn id="7" idx="6"/>
            <a:endCxn id="29" idx="1"/>
          </p:cNvCxnSpPr>
          <p:nvPr/>
        </p:nvCxnSpPr>
        <p:spPr>
          <a:xfrm>
            <a:off x="1004302" y="3414486"/>
            <a:ext cx="1359584" cy="28996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C452888-5EC8-6AAC-B119-19906A9842DB}"/>
              </a:ext>
            </a:extLst>
          </p:cNvPr>
          <p:cNvCxnSpPr>
            <a:cxnSpLocks/>
            <a:stCxn id="7" idx="6"/>
            <a:endCxn id="11" idx="1"/>
          </p:cNvCxnSpPr>
          <p:nvPr/>
        </p:nvCxnSpPr>
        <p:spPr>
          <a:xfrm flipV="1">
            <a:off x="1004302" y="1896626"/>
            <a:ext cx="1333875" cy="151786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DAD8A97-55AC-5757-B0CD-04943ABDEE64}"/>
              </a:ext>
            </a:extLst>
          </p:cNvPr>
          <p:cNvCxnSpPr>
            <a:cxnSpLocks/>
            <a:stCxn id="7" idx="6"/>
            <a:endCxn id="10" idx="1"/>
          </p:cNvCxnSpPr>
          <p:nvPr/>
        </p:nvCxnSpPr>
        <p:spPr>
          <a:xfrm flipV="1">
            <a:off x="1004302" y="1449292"/>
            <a:ext cx="1333875" cy="1965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6BAEE90-E656-9E71-2978-1C4F467A0A87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 flipV="1">
            <a:off x="1004302" y="1006079"/>
            <a:ext cx="1333875" cy="24084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86154D92-DAAF-49DB-75C8-F886E5797EE6}"/>
              </a:ext>
            </a:extLst>
          </p:cNvPr>
          <p:cNvCxnSpPr>
            <a:cxnSpLocks/>
            <a:stCxn id="7" idx="6"/>
            <a:endCxn id="8" idx="1"/>
          </p:cNvCxnSpPr>
          <p:nvPr/>
        </p:nvCxnSpPr>
        <p:spPr>
          <a:xfrm flipV="1">
            <a:off x="1004302" y="559390"/>
            <a:ext cx="1333875" cy="285509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BD078E2-C2BD-8D75-944A-47DBE3054EF2}"/>
              </a:ext>
            </a:extLst>
          </p:cNvPr>
          <p:cNvSpPr txBox="1"/>
          <p:nvPr/>
        </p:nvSpPr>
        <p:spPr>
          <a:xfrm>
            <a:off x="3552563" y="1018010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β</a:t>
            </a:r>
            <a:r>
              <a:rPr lang="el-GR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</a:t>
            </a:r>
            <a:r>
              <a:rPr lang="es-ES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</a:t>
            </a:r>
            <a:r>
              <a:rPr lang="en-ES" sz="22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44CF7C-611C-8939-6946-3F9CCDD1336F}"/>
              </a:ext>
            </a:extLst>
          </p:cNvPr>
          <p:cNvSpPr txBox="1"/>
          <p:nvPr/>
        </p:nvSpPr>
        <p:spPr>
          <a:xfrm>
            <a:off x="2315471" y="410389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934666-4A87-E62C-D94A-93F74BBDFB64}"/>
              </a:ext>
            </a:extLst>
          </p:cNvPr>
          <p:cNvSpPr txBox="1"/>
          <p:nvPr/>
        </p:nvSpPr>
        <p:spPr>
          <a:xfrm>
            <a:off x="2315468" y="856702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8923D4-D21D-FC16-1BF1-35E045493309}"/>
              </a:ext>
            </a:extLst>
          </p:cNvPr>
          <p:cNvSpPr txBox="1"/>
          <p:nvPr/>
        </p:nvSpPr>
        <p:spPr>
          <a:xfrm>
            <a:off x="2314853" y="1297886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128191-8A68-EA80-5C6C-C670A7577EFC}"/>
              </a:ext>
            </a:extLst>
          </p:cNvPr>
          <p:cNvSpPr txBox="1"/>
          <p:nvPr/>
        </p:nvSpPr>
        <p:spPr>
          <a:xfrm>
            <a:off x="2315469" y="1749334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251125-2EAE-6E83-BBA1-8392FB1DB1FD}"/>
              </a:ext>
            </a:extLst>
          </p:cNvPr>
          <p:cNvSpPr txBox="1"/>
          <p:nvPr/>
        </p:nvSpPr>
        <p:spPr>
          <a:xfrm>
            <a:off x="2310952" y="2621034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49379E-D6DA-46A9-FEB9-78B27E01B20B}"/>
              </a:ext>
            </a:extLst>
          </p:cNvPr>
          <p:cNvSpPr txBox="1"/>
          <p:nvPr/>
        </p:nvSpPr>
        <p:spPr>
          <a:xfrm>
            <a:off x="2314852" y="3067347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0C7700-C315-061E-C911-AA1A39B9FCBD}"/>
              </a:ext>
            </a:extLst>
          </p:cNvPr>
          <p:cNvSpPr txBox="1"/>
          <p:nvPr/>
        </p:nvSpPr>
        <p:spPr>
          <a:xfrm>
            <a:off x="2309718" y="3508531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B09949-73BB-1EA5-C570-9F73820B2338}"/>
              </a:ext>
            </a:extLst>
          </p:cNvPr>
          <p:cNvSpPr txBox="1"/>
          <p:nvPr/>
        </p:nvSpPr>
        <p:spPr>
          <a:xfrm>
            <a:off x="2316085" y="3959979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9AD43C-E345-E9EB-8F32-39A6E30BC302}"/>
              </a:ext>
            </a:extLst>
          </p:cNvPr>
          <p:cNvSpPr txBox="1"/>
          <p:nvPr/>
        </p:nvSpPr>
        <p:spPr>
          <a:xfrm>
            <a:off x="2327293" y="4828961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7B17F2E-8134-C619-5A53-A0A35A232805}"/>
              </a:ext>
            </a:extLst>
          </p:cNvPr>
          <p:cNvSpPr txBox="1"/>
          <p:nvPr/>
        </p:nvSpPr>
        <p:spPr>
          <a:xfrm>
            <a:off x="2335564" y="5281370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D959F9-3849-A66D-011A-028381BD98EF}"/>
              </a:ext>
            </a:extLst>
          </p:cNvPr>
          <p:cNvSpPr txBox="1"/>
          <p:nvPr/>
        </p:nvSpPr>
        <p:spPr>
          <a:xfrm>
            <a:off x="2336871" y="5722899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CABA05-8F45-3A65-3996-2E7FC4D02183}"/>
              </a:ext>
            </a:extLst>
          </p:cNvPr>
          <p:cNvSpPr txBox="1"/>
          <p:nvPr/>
        </p:nvSpPr>
        <p:spPr>
          <a:xfrm>
            <a:off x="2332081" y="6174002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7F8AEE-526F-3880-48BB-06526B060B9E}"/>
              </a:ext>
            </a:extLst>
          </p:cNvPr>
          <p:cNvSpPr txBox="1"/>
          <p:nvPr/>
        </p:nvSpPr>
        <p:spPr>
          <a:xfrm>
            <a:off x="3540445" y="321670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β</a:t>
            </a:r>
            <a:r>
              <a:rPr lang="el-GR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</a:t>
            </a:r>
            <a:r>
              <a:rPr lang="es-ES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</a:t>
            </a:r>
            <a:r>
              <a:rPr lang="en-ES" sz="22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E8207C3-DB9D-8EEC-2F25-DC30D31C2880}"/>
              </a:ext>
            </a:extLst>
          </p:cNvPr>
          <p:cNvSpPr txBox="1"/>
          <p:nvPr/>
        </p:nvSpPr>
        <p:spPr>
          <a:xfrm>
            <a:off x="3562278" y="5420037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β</a:t>
            </a:r>
            <a:r>
              <a:rPr lang="el-GR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</a:t>
            </a:r>
            <a:r>
              <a:rPr lang="es-ES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,R</a:t>
            </a:r>
            <a:endParaRPr lang="en-ES" sz="22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17ADB9A-6D9F-3B13-430D-E97BA2D5956B}"/>
              </a:ext>
            </a:extLst>
          </p:cNvPr>
          <p:cNvSpPr txBox="1"/>
          <p:nvPr/>
        </p:nvSpPr>
        <p:spPr>
          <a:xfrm>
            <a:off x="273047" y="3124326"/>
            <a:ext cx="76815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β</a:t>
            </a:r>
            <a:r>
              <a:rPr lang="el-GR" sz="26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</a:t>
            </a:r>
            <a:r>
              <a:rPr lang="es-ES" sz="26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</a:t>
            </a:r>
            <a:r>
              <a:rPr lang="en-ES" sz="26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647154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3D3F9-ACD9-2B61-3DEA-78314D561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B81E3F3-66E3-620E-A70D-A1526EE5AA41}"/>
              </a:ext>
            </a:extLst>
          </p:cNvPr>
          <p:cNvSpPr/>
          <p:nvPr/>
        </p:nvSpPr>
        <p:spPr>
          <a:xfrm>
            <a:off x="3554795" y="939805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706552-84DE-D0C8-DF6C-650BD8CC906F}"/>
              </a:ext>
            </a:extLst>
          </p:cNvPr>
          <p:cNvSpPr/>
          <p:nvPr/>
        </p:nvSpPr>
        <p:spPr>
          <a:xfrm>
            <a:off x="284302" y="3054486"/>
            <a:ext cx="720000" cy="72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2AA4F1-7974-83EF-F24D-687449369CC0}"/>
              </a:ext>
            </a:extLst>
          </p:cNvPr>
          <p:cNvSpPr/>
          <p:nvPr/>
        </p:nvSpPr>
        <p:spPr>
          <a:xfrm>
            <a:off x="2338177" y="415390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4EB08B-C889-DA00-8870-15EA6B57C1F8}"/>
              </a:ext>
            </a:extLst>
          </p:cNvPr>
          <p:cNvSpPr/>
          <p:nvPr/>
        </p:nvSpPr>
        <p:spPr>
          <a:xfrm>
            <a:off x="2338177" y="862079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5F1ED1-158F-F5E7-658F-0981797A9300}"/>
              </a:ext>
            </a:extLst>
          </p:cNvPr>
          <p:cNvSpPr/>
          <p:nvPr/>
        </p:nvSpPr>
        <p:spPr>
          <a:xfrm>
            <a:off x="2338177" y="1305292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311975-78CA-8AC7-4535-E62FC5A41BB9}"/>
              </a:ext>
            </a:extLst>
          </p:cNvPr>
          <p:cNvSpPr/>
          <p:nvPr/>
        </p:nvSpPr>
        <p:spPr>
          <a:xfrm>
            <a:off x="2338177" y="175262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62032AF-20FF-1B60-348B-980C21E41292}"/>
              </a:ext>
            </a:extLst>
          </p:cNvPr>
          <p:cNvSpPr/>
          <p:nvPr/>
        </p:nvSpPr>
        <p:spPr>
          <a:xfrm>
            <a:off x="3554795" y="3148542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385B99-F631-8E0D-18A4-06FCA4E25EFE}"/>
              </a:ext>
            </a:extLst>
          </p:cNvPr>
          <p:cNvSpPr/>
          <p:nvPr/>
        </p:nvSpPr>
        <p:spPr>
          <a:xfrm>
            <a:off x="2338177" y="2624127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2CE0E9-6739-3CE9-D0F6-F4B445294789}"/>
              </a:ext>
            </a:extLst>
          </p:cNvPr>
          <p:cNvSpPr/>
          <p:nvPr/>
        </p:nvSpPr>
        <p:spPr>
          <a:xfrm>
            <a:off x="2338177" y="307081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534F62-9DB5-3D9C-2229-E1FDA9887ADB}"/>
              </a:ext>
            </a:extLst>
          </p:cNvPr>
          <p:cNvSpPr/>
          <p:nvPr/>
        </p:nvSpPr>
        <p:spPr>
          <a:xfrm>
            <a:off x="2338177" y="3514029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803208-5F61-4B20-AAA9-3C93588C73A5}"/>
              </a:ext>
            </a:extLst>
          </p:cNvPr>
          <p:cNvSpPr/>
          <p:nvPr/>
        </p:nvSpPr>
        <p:spPr>
          <a:xfrm>
            <a:off x="2338177" y="3961363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A4E090B-AEEB-4C0B-4710-4795E94635B5}"/>
              </a:ext>
            </a:extLst>
          </p:cNvPr>
          <p:cNvSpPr/>
          <p:nvPr/>
        </p:nvSpPr>
        <p:spPr>
          <a:xfrm>
            <a:off x="3580504" y="5357279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F16939-3030-51DD-4186-291139A29159}"/>
              </a:ext>
            </a:extLst>
          </p:cNvPr>
          <p:cNvSpPr/>
          <p:nvPr/>
        </p:nvSpPr>
        <p:spPr>
          <a:xfrm>
            <a:off x="2363886" y="4832864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DA513B-1CDC-1344-151B-F4D2B26D1679}"/>
              </a:ext>
            </a:extLst>
          </p:cNvPr>
          <p:cNvSpPr/>
          <p:nvPr/>
        </p:nvSpPr>
        <p:spPr>
          <a:xfrm>
            <a:off x="2363886" y="5279553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CD17101-DCB8-A39C-EBB4-0AFA2EF3B775}"/>
              </a:ext>
            </a:extLst>
          </p:cNvPr>
          <p:cNvSpPr/>
          <p:nvPr/>
        </p:nvSpPr>
        <p:spPr>
          <a:xfrm>
            <a:off x="2363886" y="572276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F8B6862-A51B-476C-0F05-ABC9717B67CD}"/>
              </a:ext>
            </a:extLst>
          </p:cNvPr>
          <p:cNvSpPr/>
          <p:nvPr/>
        </p:nvSpPr>
        <p:spPr>
          <a:xfrm>
            <a:off x="2363886" y="6170100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B58355E-8F73-10AF-CE95-DF58A4684B01}"/>
              </a:ext>
            </a:extLst>
          </p:cNvPr>
          <p:cNvCxnSpPr>
            <a:cxnSpLocks/>
            <a:stCxn id="4" idx="2"/>
            <a:endCxn id="8" idx="3"/>
          </p:cNvCxnSpPr>
          <p:nvPr/>
        </p:nvCxnSpPr>
        <p:spPr>
          <a:xfrm flipH="1" flipV="1">
            <a:off x="2626177" y="559390"/>
            <a:ext cx="928618" cy="65041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58BF67B-02CE-0D46-5872-D6BB2BCA860B}"/>
              </a:ext>
            </a:extLst>
          </p:cNvPr>
          <p:cNvCxnSpPr>
            <a:cxnSpLocks/>
            <a:stCxn id="4" idx="2"/>
            <a:endCxn id="11" idx="3"/>
          </p:cNvCxnSpPr>
          <p:nvPr/>
        </p:nvCxnSpPr>
        <p:spPr>
          <a:xfrm flipH="1">
            <a:off x="2626177" y="1209805"/>
            <a:ext cx="928618" cy="6868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28967D4-9F5E-14D0-DD4B-E3EFA56028A4}"/>
              </a:ext>
            </a:extLst>
          </p:cNvPr>
          <p:cNvCxnSpPr>
            <a:cxnSpLocks/>
            <a:stCxn id="4" idx="2"/>
            <a:endCxn id="10" idx="3"/>
          </p:cNvCxnSpPr>
          <p:nvPr/>
        </p:nvCxnSpPr>
        <p:spPr>
          <a:xfrm flipH="1">
            <a:off x="2626177" y="1209805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5FE674D-CB0E-B405-7E2E-098A2234905A}"/>
              </a:ext>
            </a:extLst>
          </p:cNvPr>
          <p:cNvCxnSpPr>
            <a:cxnSpLocks/>
            <a:stCxn id="4" idx="2"/>
            <a:endCxn id="9" idx="3"/>
          </p:cNvCxnSpPr>
          <p:nvPr/>
        </p:nvCxnSpPr>
        <p:spPr>
          <a:xfrm flipH="1" flipV="1">
            <a:off x="2626177" y="1006079"/>
            <a:ext cx="928618" cy="20372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C7B5300-D6A1-E306-F3FB-351E75F7A6B5}"/>
              </a:ext>
            </a:extLst>
          </p:cNvPr>
          <p:cNvCxnSpPr>
            <a:cxnSpLocks/>
            <a:stCxn id="20" idx="2"/>
          </p:cNvCxnSpPr>
          <p:nvPr/>
        </p:nvCxnSpPr>
        <p:spPr>
          <a:xfrm flipH="1" flipV="1">
            <a:off x="2626177" y="2767704"/>
            <a:ext cx="928618" cy="65083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C36FD57-9E27-289B-3C56-FFE13EBA2D18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2626177" y="3418542"/>
            <a:ext cx="928618" cy="68639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ABB4D4F-BA2F-3508-1246-518A741A43FB}"/>
              </a:ext>
            </a:extLst>
          </p:cNvPr>
          <p:cNvCxnSpPr>
            <a:cxnSpLocks/>
          </p:cNvCxnSpPr>
          <p:nvPr/>
        </p:nvCxnSpPr>
        <p:spPr>
          <a:xfrm flipH="1">
            <a:off x="2626177" y="3418119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0350D04-F00C-77A8-A0B5-1B2C743CFA84}"/>
              </a:ext>
            </a:extLst>
          </p:cNvPr>
          <p:cNvCxnSpPr>
            <a:cxnSpLocks/>
          </p:cNvCxnSpPr>
          <p:nvPr/>
        </p:nvCxnSpPr>
        <p:spPr>
          <a:xfrm flipH="1" flipV="1">
            <a:off x="2626177" y="3214393"/>
            <a:ext cx="928618" cy="20372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27F378C-B2C1-D6F9-C46C-203593BBE262}"/>
              </a:ext>
            </a:extLst>
          </p:cNvPr>
          <p:cNvCxnSpPr>
            <a:cxnSpLocks/>
            <a:stCxn id="25" idx="2"/>
          </p:cNvCxnSpPr>
          <p:nvPr/>
        </p:nvCxnSpPr>
        <p:spPr>
          <a:xfrm flipH="1" flipV="1">
            <a:off x="2632046" y="4968685"/>
            <a:ext cx="948458" cy="6585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C3FA927-8411-47F7-B297-53584E1CFF07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2632046" y="5627279"/>
            <a:ext cx="948458" cy="67864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67E0A37-FCF7-54D6-6B96-11A33A4C8B5B}"/>
              </a:ext>
            </a:extLst>
          </p:cNvPr>
          <p:cNvCxnSpPr>
            <a:cxnSpLocks/>
            <a:stCxn id="25" idx="2"/>
            <a:endCxn id="28" idx="3"/>
          </p:cNvCxnSpPr>
          <p:nvPr/>
        </p:nvCxnSpPr>
        <p:spPr>
          <a:xfrm flipH="1">
            <a:off x="2651886" y="5627279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79CA0EE-B394-067A-EDB3-AB959C2DC7D4}"/>
              </a:ext>
            </a:extLst>
          </p:cNvPr>
          <p:cNvCxnSpPr>
            <a:cxnSpLocks/>
            <a:stCxn id="25" idx="2"/>
            <a:endCxn id="27" idx="3"/>
          </p:cNvCxnSpPr>
          <p:nvPr/>
        </p:nvCxnSpPr>
        <p:spPr>
          <a:xfrm flipH="1" flipV="1">
            <a:off x="2651886" y="5423553"/>
            <a:ext cx="928618" cy="20372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A2CE430-B14C-9D2F-1D57-03BBAAF03B35}"/>
              </a:ext>
            </a:extLst>
          </p:cNvPr>
          <p:cNvCxnSpPr>
            <a:cxnSpLocks/>
            <a:stCxn id="7" idx="6"/>
            <a:endCxn id="26" idx="1"/>
          </p:cNvCxnSpPr>
          <p:nvPr/>
        </p:nvCxnSpPr>
        <p:spPr>
          <a:xfrm>
            <a:off x="1004302" y="3414486"/>
            <a:ext cx="1359584" cy="156237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8C8AA91-570D-83D5-9195-F1591EADA16C}"/>
              </a:ext>
            </a:extLst>
          </p:cNvPr>
          <p:cNvCxnSpPr>
            <a:cxnSpLocks/>
            <a:stCxn id="7" idx="6"/>
            <a:endCxn id="27" idx="1"/>
          </p:cNvCxnSpPr>
          <p:nvPr/>
        </p:nvCxnSpPr>
        <p:spPr>
          <a:xfrm>
            <a:off x="1004302" y="3414486"/>
            <a:ext cx="1359584" cy="2009067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A20EA5B-3818-B0E3-F993-86FC43AA0A0E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 flipV="1">
            <a:off x="1004302" y="1006079"/>
            <a:ext cx="1333875" cy="24084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C2A0727-1101-6CB6-11E3-8AD58CFC7DE4}"/>
              </a:ext>
            </a:extLst>
          </p:cNvPr>
          <p:cNvSpPr txBox="1"/>
          <p:nvPr/>
        </p:nvSpPr>
        <p:spPr>
          <a:xfrm>
            <a:off x="3552563" y="1018010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β</a:t>
            </a:r>
            <a:r>
              <a:rPr lang="es-ES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1,</a:t>
            </a:r>
            <a:r>
              <a:rPr lang="en-ES" sz="22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1BA55C-4394-3086-6ECE-DF8E2DC467A1}"/>
              </a:ext>
            </a:extLst>
          </p:cNvPr>
          <p:cNvSpPr txBox="1"/>
          <p:nvPr/>
        </p:nvSpPr>
        <p:spPr>
          <a:xfrm>
            <a:off x="2315471" y="410389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04922D-4EEF-F710-80A1-4577CB4D03B1}"/>
              </a:ext>
            </a:extLst>
          </p:cNvPr>
          <p:cNvSpPr txBox="1"/>
          <p:nvPr/>
        </p:nvSpPr>
        <p:spPr>
          <a:xfrm>
            <a:off x="2315468" y="856702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B76153-C815-29A8-8AE2-1B5D32CBE8D0}"/>
              </a:ext>
            </a:extLst>
          </p:cNvPr>
          <p:cNvSpPr txBox="1"/>
          <p:nvPr/>
        </p:nvSpPr>
        <p:spPr>
          <a:xfrm>
            <a:off x="2314853" y="1297886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06FD65-10A7-CCF0-AA9B-E115064D904C}"/>
              </a:ext>
            </a:extLst>
          </p:cNvPr>
          <p:cNvSpPr txBox="1"/>
          <p:nvPr/>
        </p:nvSpPr>
        <p:spPr>
          <a:xfrm>
            <a:off x="2315469" y="1749334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5EA1FB-C72F-8FDE-C600-56AC62A0F50F}"/>
              </a:ext>
            </a:extLst>
          </p:cNvPr>
          <p:cNvSpPr txBox="1"/>
          <p:nvPr/>
        </p:nvSpPr>
        <p:spPr>
          <a:xfrm>
            <a:off x="2310952" y="2621034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1F1AE8-8EB6-CF69-73CC-51660702009B}"/>
              </a:ext>
            </a:extLst>
          </p:cNvPr>
          <p:cNvSpPr txBox="1"/>
          <p:nvPr/>
        </p:nvSpPr>
        <p:spPr>
          <a:xfrm>
            <a:off x="2314852" y="3067347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6F9B6E-32DC-7B26-46FE-E20EDB237178}"/>
              </a:ext>
            </a:extLst>
          </p:cNvPr>
          <p:cNvSpPr txBox="1"/>
          <p:nvPr/>
        </p:nvSpPr>
        <p:spPr>
          <a:xfrm>
            <a:off x="2309718" y="3508531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BE4859-7144-9057-5567-AF42C61228D9}"/>
              </a:ext>
            </a:extLst>
          </p:cNvPr>
          <p:cNvSpPr txBox="1"/>
          <p:nvPr/>
        </p:nvSpPr>
        <p:spPr>
          <a:xfrm>
            <a:off x="2316085" y="3959979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13DB73-42E1-87CA-480E-F6F250E4D6FC}"/>
              </a:ext>
            </a:extLst>
          </p:cNvPr>
          <p:cNvSpPr txBox="1"/>
          <p:nvPr/>
        </p:nvSpPr>
        <p:spPr>
          <a:xfrm>
            <a:off x="2327293" y="4828961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EBB4BC-E2A2-5D27-0B31-7492333CBBB1}"/>
              </a:ext>
            </a:extLst>
          </p:cNvPr>
          <p:cNvSpPr txBox="1"/>
          <p:nvPr/>
        </p:nvSpPr>
        <p:spPr>
          <a:xfrm>
            <a:off x="2335564" y="5281370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85225D-F055-3ADC-342E-89C95298148B}"/>
              </a:ext>
            </a:extLst>
          </p:cNvPr>
          <p:cNvSpPr txBox="1"/>
          <p:nvPr/>
        </p:nvSpPr>
        <p:spPr>
          <a:xfrm>
            <a:off x="2336871" y="5722899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D20B7B-5A39-0D67-4D41-01C2CCDB86E2}"/>
              </a:ext>
            </a:extLst>
          </p:cNvPr>
          <p:cNvSpPr txBox="1"/>
          <p:nvPr/>
        </p:nvSpPr>
        <p:spPr>
          <a:xfrm>
            <a:off x="2332081" y="6174002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71DD0A5-448B-A1E6-6DE5-424A6DD0CC51}"/>
              </a:ext>
            </a:extLst>
          </p:cNvPr>
          <p:cNvSpPr txBox="1"/>
          <p:nvPr/>
        </p:nvSpPr>
        <p:spPr>
          <a:xfrm>
            <a:off x="3540445" y="321670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β</a:t>
            </a:r>
            <a:r>
              <a:rPr lang="es-ES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1,</a:t>
            </a:r>
            <a:r>
              <a:rPr lang="en-ES" sz="22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9623D9-D478-2E97-D97B-9861C1D27401}"/>
              </a:ext>
            </a:extLst>
          </p:cNvPr>
          <p:cNvSpPr txBox="1"/>
          <p:nvPr/>
        </p:nvSpPr>
        <p:spPr>
          <a:xfrm>
            <a:off x="3562278" y="5420037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β</a:t>
            </a:r>
            <a:r>
              <a:rPr lang="es-ES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1,R</a:t>
            </a:r>
            <a:endParaRPr lang="en-ES" sz="22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8A5E6B-AED8-2D45-CC3D-F08506A03A32}"/>
              </a:ext>
            </a:extLst>
          </p:cNvPr>
          <p:cNvSpPr txBox="1"/>
          <p:nvPr/>
        </p:nvSpPr>
        <p:spPr>
          <a:xfrm>
            <a:off x="273047" y="3134486"/>
            <a:ext cx="76815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β</a:t>
            </a:r>
            <a:r>
              <a:rPr lang="es-ES" sz="26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1,</a:t>
            </a:r>
            <a:r>
              <a:rPr lang="en-ES" sz="26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330748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0B45E-7367-7274-7FD9-F1D89D89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2A60378-4304-D970-7C1E-220C3E884E87}"/>
              </a:ext>
            </a:extLst>
          </p:cNvPr>
          <p:cNvSpPr/>
          <p:nvPr/>
        </p:nvSpPr>
        <p:spPr>
          <a:xfrm>
            <a:off x="3554795" y="939805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A7D19E-0B10-E52C-172D-70C7341A51B3}"/>
              </a:ext>
            </a:extLst>
          </p:cNvPr>
          <p:cNvSpPr/>
          <p:nvPr/>
        </p:nvSpPr>
        <p:spPr>
          <a:xfrm>
            <a:off x="284302" y="3054486"/>
            <a:ext cx="720000" cy="72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63C676-423E-0341-CDA4-7155E3192A94}"/>
              </a:ext>
            </a:extLst>
          </p:cNvPr>
          <p:cNvSpPr/>
          <p:nvPr/>
        </p:nvSpPr>
        <p:spPr>
          <a:xfrm>
            <a:off x="2338177" y="415390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1B8A3D-1C04-FEC8-DF2C-9E00F6381A4D}"/>
              </a:ext>
            </a:extLst>
          </p:cNvPr>
          <p:cNvSpPr/>
          <p:nvPr/>
        </p:nvSpPr>
        <p:spPr>
          <a:xfrm>
            <a:off x="2338177" y="862079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88A499-E47C-CCC4-4527-6EC22996E9F7}"/>
              </a:ext>
            </a:extLst>
          </p:cNvPr>
          <p:cNvSpPr/>
          <p:nvPr/>
        </p:nvSpPr>
        <p:spPr>
          <a:xfrm>
            <a:off x="2338177" y="1305292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030749-25FE-437D-C929-69FE88EA6EC2}"/>
              </a:ext>
            </a:extLst>
          </p:cNvPr>
          <p:cNvSpPr/>
          <p:nvPr/>
        </p:nvSpPr>
        <p:spPr>
          <a:xfrm>
            <a:off x="2338177" y="175262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A83AF32-194B-15C4-D68F-6C51543502E9}"/>
              </a:ext>
            </a:extLst>
          </p:cNvPr>
          <p:cNvSpPr/>
          <p:nvPr/>
        </p:nvSpPr>
        <p:spPr>
          <a:xfrm>
            <a:off x="3554795" y="3148542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CCA8B8-ABCD-41D4-B754-7BDC7F50AE35}"/>
              </a:ext>
            </a:extLst>
          </p:cNvPr>
          <p:cNvSpPr/>
          <p:nvPr/>
        </p:nvSpPr>
        <p:spPr>
          <a:xfrm>
            <a:off x="2338177" y="2624127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A6F4C0-DFEF-44CF-979B-9781B1FCBBD0}"/>
              </a:ext>
            </a:extLst>
          </p:cNvPr>
          <p:cNvSpPr/>
          <p:nvPr/>
        </p:nvSpPr>
        <p:spPr>
          <a:xfrm>
            <a:off x="2338177" y="307081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70B4C3-FB38-3CF2-8B5E-66595157184E}"/>
              </a:ext>
            </a:extLst>
          </p:cNvPr>
          <p:cNvSpPr/>
          <p:nvPr/>
        </p:nvSpPr>
        <p:spPr>
          <a:xfrm>
            <a:off x="2338177" y="3514029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DA5D06-8A9E-D58F-1B8A-C36332831A46}"/>
              </a:ext>
            </a:extLst>
          </p:cNvPr>
          <p:cNvSpPr/>
          <p:nvPr/>
        </p:nvSpPr>
        <p:spPr>
          <a:xfrm>
            <a:off x="2338177" y="3961363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63AFA5F-8B61-EA23-66B6-559755FD1A9D}"/>
              </a:ext>
            </a:extLst>
          </p:cNvPr>
          <p:cNvSpPr/>
          <p:nvPr/>
        </p:nvSpPr>
        <p:spPr>
          <a:xfrm>
            <a:off x="3580504" y="5357279"/>
            <a:ext cx="540000" cy="54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7D298A-9164-C263-9F66-3D2721F8277D}"/>
              </a:ext>
            </a:extLst>
          </p:cNvPr>
          <p:cNvSpPr/>
          <p:nvPr/>
        </p:nvSpPr>
        <p:spPr>
          <a:xfrm>
            <a:off x="2363886" y="4832864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7DFA9B-9F52-24D9-A26B-EA969EC503CD}"/>
              </a:ext>
            </a:extLst>
          </p:cNvPr>
          <p:cNvSpPr/>
          <p:nvPr/>
        </p:nvSpPr>
        <p:spPr>
          <a:xfrm>
            <a:off x="2363886" y="5279553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DA3D792-871E-CE54-E8AC-8DF723E8CA58}"/>
              </a:ext>
            </a:extLst>
          </p:cNvPr>
          <p:cNvSpPr/>
          <p:nvPr/>
        </p:nvSpPr>
        <p:spPr>
          <a:xfrm>
            <a:off x="2363886" y="5722766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7457D8-EA0F-7E77-B5DB-F3AC420FC3F0}"/>
              </a:ext>
            </a:extLst>
          </p:cNvPr>
          <p:cNvSpPr/>
          <p:nvPr/>
        </p:nvSpPr>
        <p:spPr>
          <a:xfrm>
            <a:off x="2363886" y="6170100"/>
            <a:ext cx="288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>
              <a:solidFill>
                <a:schemeClr val="bg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8B27E5F-F9A3-B60C-6EDB-32A59061B024}"/>
              </a:ext>
            </a:extLst>
          </p:cNvPr>
          <p:cNvCxnSpPr>
            <a:cxnSpLocks/>
            <a:stCxn id="4" idx="2"/>
            <a:endCxn id="8" idx="3"/>
          </p:cNvCxnSpPr>
          <p:nvPr/>
        </p:nvCxnSpPr>
        <p:spPr>
          <a:xfrm flipH="1" flipV="1">
            <a:off x="2626177" y="559390"/>
            <a:ext cx="928618" cy="65041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222F3E4-28C6-974E-C0ED-972E5E518D1E}"/>
              </a:ext>
            </a:extLst>
          </p:cNvPr>
          <p:cNvCxnSpPr>
            <a:cxnSpLocks/>
            <a:stCxn id="4" idx="2"/>
            <a:endCxn id="11" idx="3"/>
          </p:cNvCxnSpPr>
          <p:nvPr/>
        </p:nvCxnSpPr>
        <p:spPr>
          <a:xfrm flipH="1">
            <a:off x="2626177" y="1209805"/>
            <a:ext cx="928618" cy="6868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A2D59D6-FCB0-B162-1950-3037F3BCBF8F}"/>
              </a:ext>
            </a:extLst>
          </p:cNvPr>
          <p:cNvCxnSpPr>
            <a:cxnSpLocks/>
            <a:stCxn id="4" idx="2"/>
            <a:endCxn id="10" idx="3"/>
          </p:cNvCxnSpPr>
          <p:nvPr/>
        </p:nvCxnSpPr>
        <p:spPr>
          <a:xfrm flipH="1">
            <a:off x="2626177" y="1209805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6572349-8FBC-0D76-3DBB-AFBB1A84001A}"/>
              </a:ext>
            </a:extLst>
          </p:cNvPr>
          <p:cNvCxnSpPr>
            <a:cxnSpLocks/>
            <a:stCxn id="4" idx="2"/>
            <a:endCxn id="9" idx="3"/>
          </p:cNvCxnSpPr>
          <p:nvPr/>
        </p:nvCxnSpPr>
        <p:spPr>
          <a:xfrm flipH="1" flipV="1">
            <a:off x="2626177" y="1006079"/>
            <a:ext cx="928618" cy="20372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544F57D-7B43-A9BC-2494-F114A47663D3}"/>
              </a:ext>
            </a:extLst>
          </p:cNvPr>
          <p:cNvCxnSpPr>
            <a:cxnSpLocks/>
            <a:stCxn id="20" idx="2"/>
          </p:cNvCxnSpPr>
          <p:nvPr/>
        </p:nvCxnSpPr>
        <p:spPr>
          <a:xfrm flipH="1" flipV="1">
            <a:off x="2626177" y="2767704"/>
            <a:ext cx="928618" cy="65083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A22F262-9332-A359-1465-D3824074EBD7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2626177" y="3418542"/>
            <a:ext cx="928618" cy="68639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9049606-812D-5BEA-0A62-07D1FA8CC8AA}"/>
              </a:ext>
            </a:extLst>
          </p:cNvPr>
          <p:cNvCxnSpPr>
            <a:cxnSpLocks/>
          </p:cNvCxnSpPr>
          <p:nvPr/>
        </p:nvCxnSpPr>
        <p:spPr>
          <a:xfrm flipH="1">
            <a:off x="2626177" y="3418119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EB1BC23-D466-5C45-ECA9-0ED364C60CFB}"/>
              </a:ext>
            </a:extLst>
          </p:cNvPr>
          <p:cNvCxnSpPr>
            <a:cxnSpLocks/>
          </p:cNvCxnSpPr>
          <p:nvPr/>
        </p:nvCxnSpPr>
        <p:spPr>
          <a:xfrm flipH="1" flipV="1">
            <a:off x="2626177" y="3214393"/>
            <a:ext cx="928618" cy="20372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692AF71-A462-944A-5CFE-5D422F835491}"/>
              </a:ext>
            </a:extLst>
          </p:cNvPr>
          <p:cNvCxnSpPr>
            <a:cxnSpLocks/>
            <a:stCxn id="25" idx="2"/>
          </p:cNvCxnSpPr>
          <p:nvPr/>
        </p:nvCxnSpPr>
        <p:spPr>
          <a:xfrm flipH="1" flipV="1">
            <a:off x="2632046" y="4968685"/>
            <a:ext cx="948458" cy="6585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E8FC747-CAD3-9912-DC0B-5F11E903A7B8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2632046" y="5627279"/>
            <a:ext cx="948458" cy="67864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8A4B801-B155-5D59-0826-3C86C1AC34D2}"/>
              </a:ext>
            </a:extLst>
          </p:cNvPr>
          <p:cNvCxnSpPr>
            <a:cxnSpLocks/>
            <a:stCxn id="25" idx="2"/>
            <a:endCxn id="28" idx="3"/>
          </p:cNvCxnSpPr>
          <p:nvPr/>
        </p:nvCxnSpPr>
        <p:spPr>
          <a:xfrm flipH="1">
            <a:off x="2651886" y="5627279"/>
            <a:ext cx="928618" cy="239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E1CE635-F9C8-BDAB-484F-4F19AC2392D7}"/>
              </a:ext>
            </a:extLst>
          </p:cNvPr>
          <p:cNvCxnSpPr>
            <a:cxnSpLocks/>
            <a:stCxn id="25" idx="2"/>
            <a:endCxn id="27" idx="3"/>
          </p:cNvCxnSpPr>
          <p:nvPr/>
        </p:nvCxnSpPr>
        <p:spPr>
          <a:xfrm flipH="1" flipV="1">
            <a:off x="2651886" y="5423553"/>
            <a:ext cx="928618" cy="20372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D412651-130E-AF8B-3C11-8C09235B8471}"/>
              </a:ext>
            </a:extLst>
          </p:cNvPr>
          <p:cNvCxnSpPr>
            <a:cxnSpLocks/>
            <a:stCxn id="7" idx="6"/>
            <a:endCxn id="21" idx="1"/>
          </p:cNvCxnSpPr>
          <p:nvPr/>
        </p:nvCxnSpPr>
        <p:spPr>
          <a:xfrm flipV="1">
            <a:off x="1004302" y="2768127"/>
            <a:ext cx="1333875" cy="646359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5ED5E05-117A-7D4C-08AA-FFD55704A414}"/>
              </a:ext>
            </a:extLst>
          </p:cNvPr>
          <p:cNvCxnSpPr>
            <a:cxnSpLocks/>
            <a:stCxn id="7" idx="6"/>
            <a:endCxn id="22" idx="1"/>
          </p:cNvCxnSpPr>
          <p:nvPr/>
        </p:nvCxnSpPr>
        <p:spPr>
          <a:xfrm flipV="1">
            <a:off x="1004302" y="3214816"/>
            <a:ext cx="1333875" cy="19967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14EEED1-B587-3677-A36C-8231BA3825EA}"/>
              </a:ext>
            </a:extLst>
          </p:cNvPr>
          <p:cNvCxnSpPr>
            <a:cxnSpLocks/>
            <a:stCxn id="7" idx="6"/>
            <a:endCxn id="23" idx="1"/>
          </p:cNvCxnSpPr>
          <p:nvPr/>
        </p:nvCxnSpPr>
        <p:spPr>
          <a:xfrm>
            <a:off x="1004302" y="3414486"/>
            <a:ext cx="1333875" cy="243543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5FFDF4F-7C8E-F1BD-41EF-7ED2778548E6}"/>
              </a:ext>
            </a:extLst>
          </p:cNvPr>
          <p:cNvCxnSpPr>
            <a:cxnSpLocks/>
            <a:stCxn id="7" idx="6"/>
            <a:endCxn id="24" idx="1"/>
          </p:cNvCxnSpPr>
          <p:nvPr/>
        </p:nvCxnSpPr>
        <p:spPr>
          <a:xfrm>
            <a:off x="1004302" y="3414486"/>
            <a:ext cx="1333875" cy="690877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6D61BB2-3592-EB43-9D6C-685AA898A6D6}"/>
              </a:ext>
            </a:extLst>
          </p:cNvPr>
          <p:cNvCxnSpPr>
            <a:cxnSpLocks/>
            <a:stCxn id="7" idx="6"/>
            <a:endCxn id="26" idx="1"/>
          </p:cNvCxnSpPr>
          <p:nvPr/>
        </p:nvCxnSpPr>
        <p:spPr>
          <a:xfrm>
            <a:off x="1004302" y="3414486"/>
            <a:ext cx="1359584" cy="156237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5E3F2D5-7CE3-6D97-F2B8-3CDA453616D7}"/>
              </a:ext>
            </a:extLst>
          </p:cNvPr>
          <p:cNvCxnSpPr>
            <a:cxnSpLocks/>
            <a:stCxn id="7" idx="6"/>
            <a:endCxn id="27" idx="1"/>
          </p:cNvCxnSpPr>
          <p:nvPr/>
        </p:nvCxnSpPr>
        <p:spPr>
          <a:xfrm>
            <a:off x="1004302" y="3414486"/>
            <a:ext cx="1359584" cy="2009067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B4ECE6E-277D-9EDA-0111-3A457651707F}"/>
              </a:ext>
            </a:extLst>
          </p:cNvPr>
          <p:cNvCxnSpPr>
            <a:cxnSpLocks/>
            <a:stCxn id="7" idx="6"/>
            <a:endCxn id="28" idx="1"/>
          </p:cNvCxnSpPr>
          <p:nvPr/>
        </p:nvCxnSpPr>
        <p:spPr>
          <a:xfrm>
            <a:off x="1004302" y="3414486"/>
            <a:ext cx="1359584" cy="245228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44AF92B-EA23-030A-397A-79F3E91E1EC5}"/>
              </a:ext>
            </a:extLst>
          </p:cNvPr>
          <p:cNvCxnSpPr>
            <a:cxnSpLocks/>
            <a:stCxn id="7" idx="6"/>
            <a:endCxn id="29" idx="1"/>
          </p:cNvCxnSpPr>
          <p:nvPr/>
        </p:nvCxnSpPr>
        <p:spPr>
          <a:xfrm>
            <a:off x="1004302" y="3414486"/>
            <a:ext cx="1359584" cy="2899614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39F90107-D88E-A191-6621-6FB0333C3D88}"/>
              </a:ext>
            </a:extLst>
          </p:cNvPr>
          <p:cNvCxnSpPr>
            <a:cxnSpLocks/>
            <a:stCxn id="7" idx="6"/>
            <a:endCxn id="11" idx="1"/>
          </p:cNvCxnSpPr>
          <p:nvPr/>
        </p:nvCxnSpPr>
        <p:spPr>
          <a:xfrm flipV="1">
            <a:off x="1004302" y="1896626"/>
            <a:ext cx="1333875" cy="151786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DC04809-5E65-1209-71C5-F266BCBC3B02}"/>
              </a:ext>
            </a:extLst>
          </p:cNvPr>
          <p:cNvCxnSpPr>
            <a:cxnSpLocks/>
            <a:stCxn id="7" idx="6"/>
            <a:endCxn id="10" idx="1"/>
          </p:cNvCxnSpPr>
          <p:nvPr/>
        </p:nvCxnSpPr>
        <p:spPr>
          <a:xfrm flipV="1">
            <a:off x="1004302" y="1449292"/>
            <a:ext cx="1333875" cy="1965194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D06FDD4-1590-B6CD-0D74-66E5F728F69D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 flipV="1">
            <a:off x="1004302" y="1006079"/>
            <a:ext cx="1333875" cy="24084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89B1A912-D765-B4DB-247C-8999FCE525B7}"/>
              </a:ext>
            </a:extLst>
          </p:cNvPr>
          <p:cNvCxnSpPr>
            <a:cxnSpLocks/>
            <a:stCxn id="7" idx="6"/>
            <a:endCxn id="8" idx="1"/>
          </p:cNvCxnSpPr>
          <p:nvPr/>
        </p:nvCxnSpPr>
        <p:spPr>
          <a:xfrm flipV="1">
            <a:off x="1004302" y="559390"/>
            <a:ext cx="1333875" cy="2855096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F70328A-44F0-B18B-AD72-2C202DE3190F}"/>
              </a:ext>
            </a:extLst>
          </p:cNvPr>
          <p:cNvSpPr txBox="1"/>
          <p:nvPr/>
        </p:nvSpPr>
        <p:spPr>
          <a:xfrm>
            <a:off x="3552563" y="1018010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β</a:t>
            </a:r>
            <a:r>
              <a:rPr lang="es-ES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1,</a:t>
            </a:r>
            <a:r>
              <a:rPr lang="en-ES" sz="22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69A85C-B463-BBC0-58EC-4846BFE1D77D}"/>
              </a:ext>
            </a:extLst>
          </p:cNvPr>
          <p:cNvSpPr txBox="1"/>
          <p:nvPr/>
        </p:nvSpPr>
        <p:spPr>
          <a:xfrm>
            <a:off x="2315471" y="410389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1269FA-A9B9-0443-56D7-1E0F53469094}"/>
              </a:ext>
            </a:extLst>
          </p:cNvPr>
          <p:cNvSpPr txBox="1"/>
          <p:nvPr/>
        </p:nvSpPr>
        <p:spPr>
          <a:xfrm>
            <a:off x="2315468" y="856702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A0F9E0-2DDC-FB22-368D-93364A353DC5}"/>
              </a:ext>
            </a:extLst>
          </p:cNvPr>
          <p:cNvSpPr txBox="1"/>
          <p:nvPr/>
        </p:nvSpPr>
        <p:spPr>
          <a:xfrm>
            <a:off x="2314853" y="1297886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D848C7-FBC5-0C89-65DB-90CA85939E14}"/>
              </a:ext>
            </a:extLst>
          </p:cNvPr>
          <p:cNvSpPr txBox="1"/>
          <p:nvPr/>
        </p:nvSpPr>
        <p:spPr>
          <a:xfrm>
            <a:off x="2315469" y="1749334"/>
            <a:ext cx="3433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7F74B4-36AE-9606-8A0A-FA8EEDE2A310}"/>
              </a:ext>
            </a:extLst>
          </p:cNvPr>
          <p:cNvSpPr txBox="1"/>
          <p:nvPr/>
        </p:nvSpPr>
        <p:spPr>
          <a:xfrm>
            <a:off x="2310952" y="2621034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58A410-165A-12E4-4485-BC66F81F2E45}"/>
              </a:ext>
            </a:extLst>
          </p:cNvPr>
          <p:cNvSpPr txBox="1"/>
          <p:nvPr/>
        </p:nvSpPr>
        <p:spPr>
          <a:xfrm>
            <a:off x="2314852" y="3067347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D5B7A5-06B5-F6A2-928E-D52F92300F42}"/>
              </a:ext>
            </a:extLst>
          </p:cNvPr>
          <p:cNvSpPr txBox="1"/>
          <p:nvPr/>
        </p:nvSpPr>
        <p:spPr>
          <a:xfrm>
            <a:off x="2309718" y="3508531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137C33-1A0E-3CF5-1284-8C1877223626}"/>
              </a:ext>
            </a:extLst>
          </p:cNvPr>
          <p:cNvSpPr txBox="1"/>
          <p:nvPr/>
        </p:nvSpPr>
        <p:spPr>
          <a:xfrm>
            <a:off x="2316085" y="3959979"/>
            <a:ext cx="3545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D57574-05BD-B935-0B12-7E34E17B42CB}"/>
              </a:ext>
            </a:extLst>
          </p:cNvPr>
          <p:cNvSpPr txBox="1"/>
          <p:nvPr/>
        </p:nvSpPr>
        <p:spPr>
          <a:xfrm>
            <a:off x="2327293" y="4828961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50F118-E2D4-AF57-0D84-DC0699A35BFB}"/>
              </a:ext>
            </a:extLst>
          </p:cNvPr>
          <p:cNvSpPr txBox="1"/>
          <p:nvPr/>
        </p:nvSpPr>
        <p:spPr>
          <a:xfrm>
            <a:off x="2335564" y="5281370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C5D376-EB86-C563-1374-7E2680EABB7E}"/>
              </a:ext>
            </a:extLst>
          </p:cNvPr>
          <p:cNvSpPr txBox="1"/>
          <p:nvPr/>
        </p:nvSpPr>
        <p:spPr>
          <a:xfrm>
            <a:off x="2336871" y="5722899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244E34-45D6-15EB-434B-1DCC6197434C}"/>
              </a:ext>
            </a:extLst>
          </p:cNvPr>
          <p:cNvSpPr txBox="1"/>
          <p:nvPr/>
        </p:nvSpPr>
        <p:spPr>
          <a:xfrm>
            <a:off x="2332081" y="6174002"/>
            <a:ext cx="3609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lang="en-ES" sz="13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FCD4C7-CA2E-0C18-598F-880B45A52917}"/>
              </a:ext>
            </a:extLst>
          </p:cNvPr>
          <p:cNvSpPr txBox="1"/>
          <p:nvPr/>
        </p:nvSpPr>
        <p:spPr>
          <a:xfrm>
            <a:off x="3540445" y="321670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β</a:t>
            </a:r>
            <a:r>
              <a:rPr lang="es-ES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1,</a:t>
            </a:r>
            <a:r>
              <a:rPr lang="en-ES" sz="22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D9EB13-9058-BFE2-396A-1BE302AE6712}"/>
              </a:ext>
            </a:extLst>
          </p:cNvPr>
          <p:cNvSpPr txBox="1"/>
          <p:nvPr/>
        </p:nvSpPr>
        <p:spPr>
          <a:xfrm>
            <a:off x="3562278" y="5420037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β</a:t>
            </a:r>
            <a:r>
              <a:rPr lang="es-ES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1,R</a:t>
            </a:r>
            <a:endParaRPr lang="en-ES" sz="2200" baseline="-2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DEA3637-08ED-0A8F-1042-F67807C14F98}"/>
              </a:ext>
            </a:extLst>
          </p:cNvPr>
          <p:cNvSpPr txBox="1"/>
          <p:nvPr/>
        </p:nvSpPr>
        <p:spPr>
          <a:xfrm>
            <a:off x="273047" y="3134486"/>
            <a:ext cx="76815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β</a:t>
            </a:r>
            <a:r>
              <a:rPr lang="es-ES" sz="26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1,</a:t>
            </a:r>
            <a:r>
              <a:rPr lang="en-ES" sz="2600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249036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E42BAD00-6F03-8EBC-7437-EDE05499D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89" y="1447816"/>
            <a:ext cx="2520000" cy="396236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C877FF55-3FBA-3B9F-C871-83E08EA31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578" y="1447816"/>
            <a:ext cx="2520000" cy="396236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B5B68E41-7EED-99C4-D956-3ACF4C292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556" y="1447816"/>
            <a:ext cx="2520000" cy="396236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2FD5A3C-956C-0583-FD6A-37BBF163A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567" y="1447816"/>
            <a:ext cx="2520000" cy="396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619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56C4D-49E5-3454-D937-69CE4BA9F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656FABEF-C0C0-1C15-F6BC-9517DE8BA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89" y="1447816"/>
            <a:ext cx="2520000" cy="396236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65B0BD4-A398-B041-8E37-7CD742D13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578" y="1447816"/>
            <a:ext cx="2520000" cy="396236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E6465CD4-2A70-1137-CECF-A61827E3B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556" y="1447816"/>
            <a:ext cx="2520000" cy="396236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7D250B4-599E-6E11-79DF-D5153C7A2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567" y="1447816"/>
            <a:ext cx="2520000" cy="396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111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48C35-9A1F-248B-AAE3-B28C2E929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D618B-2FE4-DA3A-4038-F10E54C38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E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795ED7-3AA5-9684-3D66-F39947873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109637"/>
            <a:ext cx="7772400" cy="26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101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13947</TotalTime>
  <Words>170</Words>
  <Application>Microsoft Macintosh PowerPoint</Application>
  <PresentationFormat>Widescreen</PresentationFormat>
  <Paragraphs>130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IVAR ALLAN RODRIGUEZ HANNIKAINEN</dc:creator>
  <cp:lastModifiedBy>IVAR ALLAN RODRIGUEZ HANNIKAINEN</cp:lastModifiedBy>
  <cp:revision>4</cp:revision>
  <dcterms:created xsi:type="dcterms:W3CDTF">2024-12-11T10:16:56Z</dcterms:created>
  <dcterms:modified xsi:type="dcterms:W3CDTF">2025-10-21T06:03:55Z</dcterms:modified>
</cp:coreProperties>
</file>